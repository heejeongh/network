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28676" r:id="rId2"/>
    <p:sldId id="28720" r:id="rId3"/>
    <p:sldId id="28838" r:id="rId4"/>
    <p:sldId id="28825" r:id="rId5"/>
    <p:sldId id="28839" r:id="rId6"/>
    <p:sldId id="28840" r:id="rId7"/>
    <p:sldId id="28841" r:id="rId8"/>
  </p:sldIdLst>
  <p:sldSz cx="12192000" cy="6858000"/>
  <p:notesSz cx="6858000" cy="9144000"/>
  <p:embeddedFontLst>
    <p:embeddedFont>
      <p:font typeface="나눔스퀘어" panose="020B0600000101010101" pitchFamily="34" charset="-127"/>
      <p:regular r:id="rId10"/>
    </p:embeddedFont>
    <p:embeddedFont>
      <p:font typeface="나눔스퀘어 Bold" panose="020B0600000101010101" pitchFamily="34" charset="-127"/>
      <p:bold r:id="rId11"/>
    </p:embeddedFont>
    <p:embeddedFont>
      <p:font typeface="나눔스퀘어 ExtraBold" panose="020B0600000101010101" pitchFamily="34" charset="-127"/>
      <p:bold r:id="rId12"/>
    </p:embeddedFont>
    <p:embeddedFont>
      <p:font typeface="맑은 고딕" panose="020B0503020000020004" pitchFamily="34" charset="-127"/>
      <p:regular r:id="rId13"/>
      <p:bold r:id="rId14"/>
    </p:embeddedFont>
    <p:embeddedFont>
      <p:font typeface="G마켓 산스 Medium" panose="02000000000000000000" pitchFamily="2" charset="-128"/>
      <p:regular r:id="rId15"/>
    </p:embeddedFont>
    <p:embeddedFont>
      <p:font typeface="Pretendard" panose="02000503000000020004" pitchFamily="2" charset="-127"/>
      <p:regular r:id="rId16"/>
      <p:bold r:id="rId17"/>
    </p:embeddedFont>
    <p:embeddedFont>
      <p:font typeface="Pretendard Black" panose="02000503000000020004" pitchFamily="2" charset="-12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  <a:srgbClr val="FF2F92"/>
    <a:srgbClr val="FFCCCC"/>
    <a:srgbClr val="9DC3E6"/>
    <a:srgbClr val="FFFFFF"/>
    <a:srgbClr val="203864"/>
    <a:srgbClr val="9EC3E6"/>
    <a:srgbClr val="A9D18E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5B2950-6182-E745-BEB5-C06D78F3E66F}" v="101" dt="2025-10-01T15:41:59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38" autoAdjust="0"/>
    <p:restoredTop sz="94686"/>
  </p:normalViewPr>
  <p:slideViewPr>
    <p:cSldViewPr snapToGrid="0">
      <p:cViewPr>
        <p:scale>
          <a:sx n="77" d="100"/>
          <a:sy n="77" d="100"/>
        </p:scale>
        <p:origin x="2056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6/11/relationships/changesInfo" Target="changesInfos/changesInfo1.xml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85a689e334301df8" providerId="LiveId" clId="{3FA14903-6A30-45CB-94EF-C58F6C3B03B2}"/>
    <pc:docChg chg="undo redo custSel addSld modSld">
      <pc:chgData name="" userId="85a689e334301df8" providerId="LiveId" clId="{3FA14903-6A30-45CB-94EF-C58F6C3B03B2}" dt="2025-09-18T03:49:43.185" v="170" actId="20577"/>
      <pc:docMkLst>
        <pc:docMk/>
      </pc:docMkLst>
      <pc:sldChg chg="addSp delSp modSp">
        <pc:chgData name="" userId="85a689e334301df8" providerId="LiveId" clId="{3FA14903-6A30-45CB-94EF-C58F6C3B03B2}" dt="2025-09-18T03:48:45.788" v="121" actId="20577"/>
        <pc:sldMkLst>
          <pc:docMk/>
          <pc:sldMk cId="3816954496" sldId="28825"/>
        </pc:sldMkLst>
      </pc:sldChg>
      <pc:sldChg chg="addSp delSp modSp">
        <pc:chgData name="" userId="85a689e334301df8" providerId="LiveId" clId="{3FA14903-6A30-45CB-94EF-C58F6C3B03B2}" dt="2025-09-18T03:43:24.404" v="17" actId="207"/>
        <pc:sldMkLst>
          <pc:docMk/>
          <pc:sldMk cId="4077747073" sldId="28838"/>
        </pc:sldMkLst>
        <pc:spChg chg="add">
          <ac:chgData name="" userId="85a689e334301df8" providerId="LiveId" clId="{3FA14903-6A30-45CB-94EF-C58F6C3B03B2}" dt="2025-09-18T03:43:01.876" v="11"/>
          <ac:spMkLst>
            <pc:docMk/>
            <pc:sldMk cId="4077747073" sldId="28838"/>
            <ac:spMk id="7" creationId="{C91CC7E2-E518-4CA8-B09E-C01FD0BF845C}"/>
          </ac:spMkLst>
        </pc:spChg>
      </pc:sldChg>
      <pc:sldChg chg="modSp add">
        <pc:chgData name="" userId="85a689e334301df8" providerId="LiveId" clId="{3FA14903-6A30-45CB-94EF-C58F6C3B03B2}" dt="2025-09-18T03:49:43.185" v="170" actId="20577"/>
        <pc:sldMkLst>
          <pc:docMk/>
          <pc:sldMk cId="2509548906" sldId="28839"/>
        </pc:sldMkLst>
      </pc:sldChg>
    </pc:docChg>
  </pc:docChgLst>
  <pc:docChgLst>
    <pc:chgData name="희정 황" userId="85a689e334301df8" providerId="LiveId" clId="{40808AB2-445C-5810-9183-34EE3EAB62F2}"/>
    <pc:docChg chg="undo custSel addSld delSld modSld">
      <pc:chgData name="희정 황" userId="85a689e334301df8" providerId="LiveId" clId="{40808AB2-445C-5810-9183-34EE3EAB62F2}" dt="2025-10-01T15:45:07.849" v="7204" actId="14734"/>
      <pc:docMkLst>
        <pc:docMk/>
      </pc:docMkLst>
      <pc:sldChg chg="modSp mod">
        <pc:chgData name="희정 황" userId="85a689e334301df8" providerId="LiveId" clId="{40808AB2-445C-5810-9183-34EE3EAB62F2}" dt="2025-10-01T14:08:46.427" v="4623" actId="20577"/>
        <pc:sldMkLst>
          <pc:docMk/>
          <pc:sldMk cId="418110208" sldId="28676"/>
        </pc:sldMkLst>
        <pc:spChg chg="mod">
          <ac:chgData name="희정 황" userId="85a689e334301df8" providerId="LiveId" clId="{40808AB2-445C-5810-9183-34EE3EAB62F2}" dt="2025-10-01T14:08:40.686" v="4617" actId="20577"/>
          <ac:spMkLst>
            <pc:docMk/>
            <pc:sldMk cId="418110208" sldId="28676"/>
            <ac:spMk id="7" creationId="{00C70B3A-F8EA-4463-9C06-14ADD736FB15}"/>
          </ac:spMkLst>
        </pc:spChg>
        <pc:spChg chg="mod">
          <ac:chgData name="희정 황" userId="85a689e334301df8" providerId="LiveId" clId="{40808AB2-445C-5810-9183-34EE3EAB62F2}" dt="2025-10-01T14:08:46.427" v="4623" actId="20577"/>
          <ac:spMkLst>
            <pc:docMk/>
            <pc:sldMk cId="418110208" sldId="28676"/>
            <ac:spMk id="8" creationId="{8F11A6FE-D57C-4621-8347-7C9CAD77D50F}"/>
          </ac:spMkLst>
        </pc:spChg>
      </pc:sldChg>
      <pc:sldChg chg="addSp delSp modSp mod">
        <pc:chgData name="희정 황" userId="85a689e334301df8" providerId="LiveId" clId="{40808AB2-445C-5810-9183-34EE3EAB62F2}" dt="2025-10-01T14:12:39.140" v="4684" actId="20577"/>
        <pc:sldMkLst>
          <pc:docMk/>
          <pc:sldMk cId="2855988278" sldId="28720"/>
        </pc:sldMkLst>
        <pc:spChg chg="mod">
          <ac:chgData name="희정 황" userId="85a689e334301df8" providerId="LiveId" clId="{40808AB2-445C-5810-9183-34EE3EAB62F2}" dt="2025-10-01T14:12:39.140" v="4684" actId="20577"/>
          <ac:spMkLst>
            <pc:docMk/>
            <pc:sldMk cId="2855988278" sldId="28720"/>
            <ac:spMk id="7" creationId="{BB9238F4-C2DB-60A8-859D-0558D56F9D5B}"/>
          </ac:spMkLst>
        </pc:spChg>
        <pc:picChg chg="add mod">
          <ac:chgData name="희정 황" userId="85a689e334301df8" providerId="LiveId" clId="{40808AB2-445C-5810-9183-34EE3EAB62F2}" dt="2025-10-01T14:09:34.809" v="4635" actId="14100"/>
          <ac:picMkLst>
            <pc:docMk/>
            <pc:sldMk cId="2855988278" sldId="28720"/>
            <ac:picMk id="4" creationId="{00921359-5666-C168-9C9E-BF515FA0D4BB}"/>
          </ac:picMkLst>
        </pc:picChg>
        <pc:picChg chg="del">
          <ac:chgData name="희정 황" userId="85a689e334301df8" providerId="LiveId" clId="{40808AB2-445C-5810-9183-34EE3EAB62F2}" dt="2025-10-01T14:08:49.203" v="4624" actId="478"/>
          <ac:picMkLst>
            <pc:docMk/>
            <pc:sldMk cId="2855988278" sldId="28720"/>
            <ac:picMk id="5" creationId="{1B04F2F4-BE74-D18E-B70F-7DCFE55E8098}"/>
          </ac:picMkLst>
        </pc:picChg>
        <pc:picChg chg="add mod">
          <ac:chgData name="희정 황" userId="85a689e334301df8" providerId="LiveId" clId="{40808AB2-445C-5810-9183-34EE3EAB62F2}" dt="2025-10-01T14:09:30.008" v="4633" actId="1076"/>
          <ac:picMkLst>
            <pc:docMk/>
            <pc:sldMk cId="2855988278" sldId="28720"/>
            <ac:picMk id="6" creationId="{60A12121-760B-2CF7-12D2-4285A3091F2A}"/>
          </ac:picMkLst>
        </pc:picChg>
      </pc:sldChg>
      <pc:sldChg chg="addSp delSp modSp mod">
        <pc:chgData name="희정 황" userId="85a689e334301df8" providerId="LiveId" clId="{40808AB2-445C-5810-9183-34EE3EAB62F2}" dt="2025-10-01T15:32:22.295" v="6971"/>
        <pc:sldMkLst>
          <pc:docMk/>
          <pc:sldMk cId="3816954496" sldId="28825"/>
        </pc:sldMkLst>
        <pc:spChg chg="mod">
          <ac:chgData name="희정 황" userId="85a689e334301df8" providerId="LiveId" clId="{40808AB2-445C-5810-9183-34EE3EAB62F2}" dt="2025-10-01T14:51:37.750" v="6415" actId="20577"/>
          <ac:spMkLst>
            <pc:docMk/>
            <pc:sldMk cId="3816954496" sldId="28825"/>
            <ac:spMk id="2" creationId="{D01D8A6F-1B5C-824B-76E2-764DB2B4384E}"/>
          </ac:spMkLst>
        </pc:spChg>
        <pc:spChg chg="del mod">
          <ac:chgData name="희정 황" userId="85a689e334301df8" providerId="LiveId" clId="{40808AB2-445C-5810-9183-34EE3EAB62F2}" dt="2025-10-01T14:51:26.330" v="6372" actId="478"/>
          <ac:spMkLst>
            <pc:docMk/>
            <pc:sldMk cId="3816954496" sldId="28825"/>
            <ac:spMk id="6" creationId="{5EDE8335-F3D7-510C-C351-11A203D96648}"/>
          </ac:spMkLst>
        </pc:spChg>
        <pc:spChg chg="add del mod">
          <ac:chgData name="희정 황" userId="85a689e334301df8" providerId="LiveId" clId="{40808AB2-445C-5810-9183-34EE3EAB62F2}" dt="2025-10-01T15:04:47.131" v="6518" actId="478"/>
          <ac:spMkLst>
            <pc:docMk/>
            <pc:sldMk cId="3816954496" sldId="28825"/>
            <ac:spMk id="8" creationId="{98812322-7537-380C-5E9A-70E21C67A3EF}"/>
          </ac:spMkLst>
        </pc:spChg>
        <pc:graphicFrameChg chg="add mod modGraphic">
          <ac:chgData name="희정 황" userId="85a689e334301df8" providerId="LiveId" clId="{40808AB2-445C-5810-9183-34EE3EAB62F2}" dt="2025-10-01T15:32:22.295" v="6971"/>
          <ac:graphicFrameMkLst>
            <pc:docMk/>
            <pc:sldMk cId="3816954496" sldId="28825"/>
            <ac:graphicFrameMk id="5" creationId="{DC125827-82CE-85DA-6374-FCB2286B2E20}"/>
          </ac:graphicFrameMkLst>
        </pc:graphicFrameChg>
        <pc:graphicFrameChg chg="add del mod modGraphic">
          <ac:chgData name="희정 황" userId="85a689e334301df8" providerId="LiveId" clId="{40808AB2-445C-5810-9183-34EE3EAB62F2}" dt="2025-10-01T15:05:16.284" v="6530" actId="478"/>
          <ac:graphicFrameMkLst>
            <pc:docMk/>
            <pc:sldMk cId="3816954496" sldId="28825"/>
            <ac:graphicFrameMk id="7" creationId="{992E9BFA-4ECE-ADAE-31BB-E11B57D7D36C}"/>
          </ac:graphicFrameMkLst>
        </pc:graphicFrameChg>
        <pc:picChg chg="add del mod">
          <ac:chgData name="희정 황" userId="85a689e334301df8" providerId="LiveId" clId="{40808AB2-445C-5810-9183-34EE3EAB62F2}" dt="2025-10-01T14:55:09.394" v="6423" actId="478"/>
          <ac:picMkLst>
            <pc:docMk/>
            <pc:sldMk cId="3816954496" sldId="28825"/>
            <ac:picMk id="4" creationId="{24D2A696-FFFA-D31A-37F5-7E7F6679775C}"/>
          </ac:picMkLst>
        </pc:picChg>
      </pc:sldChg>
      <pc:sldChg chg="delSp modSp mod">
        <pc:chgData name="희정 황" userId="85a689e334301df8" providerId="LiveId" clId="{40808AB2-445C-5810-9183-34EE3EAB62F2}" dt="2025-10-01T14:48:07.791" v="6371" actId="113"/>
        <pc:sldMkLst>
          <pc:docMk/>
          <pc:sldMk cId="4077747073" sldId="28838"/>
        </pc:sldMkLst>
        <pc:spChg chg="mod">
          <ac:chgData name="희정 황" userId="85a689e334301df8" providerId="LiveId" clId="{40808AB2-445C-5810-9183-34EE3EAB62F2}" dt="2025-10-01T14:48:07.791" v="6371" actId="113"/>
          <ac:spMkLst>
            <pc:docMk/>
            <pc:sldMk cId="4077747073" sldId="28838"/>
            <ac:spMk id="7" creationId="{C91CC7E2-E518-4CA8-B09E-C01FD0BF845C}"/>
          </ac:spMkLst>
        </pc:spChg>
        <pc:graphicFrameChg chg="del mod modGraphic">
          <ac:chgData name="희정 황" userId="85a689e334301df8" providerId="LiveId" clId="{40808AB2-445C-5810-9183-34EE3EAB62F2}" dt="2025-10-01T14:13:41.105" v="4686" actId="478"/>
          <ac:graphicFrameMkLst>
            <pc:docMk/>
            <pc:sldMk cId="4077747073" sldId="28838"/>
            <ac:graphicFrameMk id="8" creationId="{17B365CE-D525-4343-A97E-4DC492A3C409}"/>
          </ac:graphicFrameMkLst>
        </pc:graphicFrameChg>
      </pc:sldChg>
      <pc:sldChg chg="addSp delSp modSp add mod">
        <pc:chgData name="희정 황" userId="85a689e334301df8" providerId="LiveId" clId="{40808AB2-445C-5810-9183-34EE3EAB62F2}" dt="2025-10-01T15:18:16.471" v="6826" actId="12"/>
        <pc:sldMkLst>
          <pc:docMk/>
          <pc:sldMk cId="396287475" sldId="28839"/>
        </pc:sldMkLst>
        <pc:spChg chg="mod">
          <ac:chgData name="희정 황" userId="85a689e334301df8" providerId="LiveId" clId="{40808AB2-445C-5810-9183-34EE3EAB62F2}" dt="2025-10-01T15:10:41.521" v="6688" actId="20577"/>
          <ac:spMkLst>
            <pc:docMk/>
            <pc:sldMk cId="396287475" sldId="28839"/>
            <ac:spMk id="2" creationId="{D1C1EA4B-7F0F-B04C-8045-E94B7B8B876F}"/>
          </ac:spMkLst>
        </pc:spChg>
        <pc:spChg chg="add del mod">
          <ac:chgData name="희정 황" userId="85a689e334301df8" providerId="LiveId" clId="{40808AB2-445C-5810-9183-34EE3EAB62F2}" dt="2025-10-01T15:10:34.255" v="6668" actId="478"/>
          <ac:spMkLst>
            <pc:docMk/>
            <pc:sldMk cId="396287475" sldId="28839"/>
            <ac:spMk id="6" creationId="{45BBE035-A68D-6553-F349-8AA964515592}"/>
          </ac:spMkLst>
        </pc:spChg>
        <pc:spChg chg="add mod">
          <ac:chgData name="희정 황" userId="85a689e334301df8" providerId="LiveId" clId="{40808AB2-445C-5810-9183-34EE3EAB62F2}" dt="2025-10-01T15:18:16.471" v="6826" actId="12"/>
          <ac:spMkLst>
            <pc:docMk/>
            <pc:sldMk cId="396287475" sldId="28839"/>
            <ac:spMk id="7" creationId="{9161D4E9-F10F-6EE0-5637-75EAF8D437D9}"/>
          </ac:spMkLst>
        </pc:spChg>
        <pc:graphicFrameChg chg="del">
          <ac:chgData name="희정 황" userId="85a689e334301df8" providerId="LiveId" clId="{40808AB2-445C-5810-9183-34EE3EAB62F2}" dt="2025-10-01T15:10:06.104" v="6652" actId="478"/>
          <ac:graphicFrameMkLst>
            <pc:docMk/>
            <pc:sldMk cId="396287475" sldId="28839"/>
            <ac:graphicFrameMk id="5" creationId="{3DF5D98A-3121-B408-D67D-570B39A2468C}"/>
          </ac:graphicFrameMkLst>
        </pc:graphicFrameChg>
      </pc:sldChg>
      <pc:sldChg chg="modSp del mod">
        <pc:chgData name="희정 황" userId="85a689e334301df8" providerId="LiveId" clId="{40808AB2-445C-5810-9183-34EE3EAB62F2}" dt="2025-10-01T14:55:33.551" v="6435" actId="2696"/>
        <pc:sldMkLst>
          <pc:docMk/>
          <pc:sldMk cId="2509548906" sldId="28839"/>
        </pc:sldMkLst>
      </pc:sldChg>
      <pc:sldChg chg="addSp delSp modSp del mod">
        <pc:chgData name="희정 황" userId="85a689e334301df8" providerId="LiveId" clId="{40808AB2-445C-5810-9183-34EE3EAB62F2}" dt="2025-10-01T14:55:33.594" v="6436" actId="2696"/>
        <pc:sldMkLst>
          <pc:docMk/>
          <pc:sldMk cId="1958424820" sldId="28840"/>
        </pc:sldMkLst>
      </pc:sldChg>
      <pc:sldChg chg="addSp delSp modSp add mod">
        <pc:chgData name="희정 황" userId="85a689e334301df8" providerId="LiveId" clId="{40808AB2-445C-5810-9183-34EE3EAB62F2}" dt="2025-10-01T15:30:59.254" v="6953" actId="20577"/>
        <pc:sldMkLst>
          <pc:docMk/>
          <pc:sldMk cId="2410879027" sldId="28840"/>
        </pc:sldMkLst>
        <pc:spChg chg="mod">
          <ac:chgData name="희정 황" userId="85a689e334301df8" providerId="LiveId" clId="{40808AB2-445C-5810-9183-34EE3EAB62F2}" dt="2025-10-01T15:19:22.883" v="6838" actId="20577"/>
          <ac:spMkLst>
            <pc:docMk/>
            <pc:sldMk cId="2410879027" sldId="28840"/>
            <ac:spMk id="2" creationId="{3C83773B-E5A9-2B30-E426-1D88D2A7CD0E}"/>
          </ac:spMkLst>
        </pc:spChg>
        <pc:spChg chg="add del">
          <ac:chgData name="희정 황" userId="85a689e334301df8" providerId="LiveId" clId="{40808AB2-445C-5810-9183-34EE3EAB62F2}" dt="2025-10-01T15:29:32.067" v="6893" actId="478"/>
          <ac:spMkLst>
            <pc:docMk/>
            <pc:sldMk cId="2410879027" sldId="28840"/>
            <ac:spMk id="4" creationId="{7ABFF4AF-F5CD-0F5E-4AD8-6163F38490AB}"/>
          </ac:spMkLst>
        </pc:spChg>
        <pc:spChg chg="mod">
          <ac:chgData name="희정 황" userId="85a689e334301df8" providerId="LiveId" clId="{40808AB2-445C-5810-9183-34EE3EAB62F2}" dt="2025-10-01T15:30:59.254" v="6953" actId="20577"/>
          <ac:spMkLst>
            <pc:docMk/>
            <pc:sldMk cId="2410879027" sldId="28840"/>
            <ac:spMk id="7" creationId="{FDBBD73B-4352-4311-3003-9D4522E409B8}"/>
          </ac:spMkLst>
        </pc:spChg>
      </pc:sldChg>
      <pc:sldChg chg="addSp delSp modSp add mod">
        <pc:chgData name="희정 황" userId="85a689e334301df8" providerId="LiveId" clId="{40808AB2-445C-5810-9183-34EE3EAB62F2}" dt="2025-10-01T15:45:07.849" v="7204" actId="14734"/>
        <pc:sldMkLst>
          <pc:docMk/>
          <pc:sldMk cId="885212948" sldId="28841"/>
        </pc:sldMkLst>
        <pc:spChg chg="add del mod">
          <ac:chgData name="희정 황" userId="85a689e334301df8" providerId="LiveId" clId="{40808AB2-445C-5810-9183-34EE3EAB62F2}" dt="2025-10-01T15:33:59.681" v="7024" actId="478"/>
          <ac:spMkLst>
            <pc:docMk/>
            <pc:sldMk cId="885212948" sldId="28841"/>
            <ac:spMk id="6" creationId="{3F4BF80F-2B12-E4A1-7CC9-2AE98C66ED6A}"/>
          </ac:spMkLst>
        </pc:spChg>
        <pc:spChg chg="del">
          <ac:chgData name="희정 황" userId="85a689e334301df8" providerId="LiveId" clId="{40808AB2-445C-5810-9183-34EE3EAB62F2}" dt="2025-10-01T15:31:20.253" v="6955" actId="478"/>
          <ac:spMkLst>
            <pc:docMk/>
            <pc:sldMk cId="885212948" sldId="28841"/>
            <ac:spMk id="7" creationId="{F8876493-5669-988A-A7D6-AD45BC1547C7}"/>
          </ac:spMkLst>
        </pc:spChg>
        <pc:spChg chg="add del mod">
          <ac:chgData name="희정 황" userId="85a689e334301df8" providerId="LiveId" clId="{40808AB2-445C-5810-9183-34EE3EAB62F2}" dt="2025-10-01T15:40:55.946" v="7070" actId="478"/>
          <ac:spMkLst>
            <pc:docMk/>
            <pc:sldMk cId="885212948" sldId="28841"/>
            <ac:spMk id="9" creationId="{EE680449-928C-7431-62C5-4F3E3C3DF8C3}"/>
          </ac:spMkLst>
        </pc:spChg>
        <pc:graphicFrameChg chg="add mod modGraphic">
          <ac:chgData name="희정 황" userId="85a689e334301df8" providerId="LiveId" clId="{40808AB2-445C-5810-9183-34EE3EAB62F2}" dt="2025-10-01T15:45:07.849" v="7204" actId="14734"/>
          <ac:graphicFrameMkLst>
            <pc:docMk/>
            <pc:sldMk cId="885212948" sldId="28841"/>
            <ac:graphicFrameMk id="4" creationId="{15676994-E586-BEA7-2568-21993220BF90}"/>
          </ac:graphicFrameMkLst>
        </pc:graphicFrameChg>
        <pc:graphicFrameChg chg="add del mod modGraphic">
          <ac:chgData name="희정 황" userId="85a689e334301df8" providerId="LiveId" clId="{40808AB2-445C-5810-9183-34EE3EAB62F2}" dt="2025-10-01T15:34:05.491" v="7029" actId="478"/>
          <ac:graphicFrameMkLst>
            <pc:docMk/>
            <pc:sldMk cId="885212948" sldId="28841"/>
            <ac:graphicFrameMk id="5" creationId="{A362DB88-5986-FD21-5364-FD164010CB85}"/>
          </ac:graphicFrameMkLst>
        </pc:graphicFrameChg>
        <pc:graphicFrameChg chg="add del mod modGraphic">
          <ac:chgData name="희정 황" userId="85a689e334301df8" providerId="LiveId" clId="{40808AB2-445C-5810-9183-34EE3EAB62F2}" dt="2025-10-01T15:42:04.915" v="7102" actId="478"/>
          <ac:graphicFrameMkLst>
            <pc:docMk/>
            <pc:sldMk cId="885212948" sldId="28841"/>
            <ac:graphicFrameMk id="8" creationId="{21E01B6D-5FD5-4756-9DDE-6B8A6623FA12}"/>
          </ac:graphicFrameMkLst>
        </pc:graphicFrameChg>
      </pc:sldChg>
      <pc:sldChg chg="addSp delSp modSp del mod">
        <pc:chgData name="희정 황" userId="85a689e334301df8" providerId="LiveId" clId="{40808AB2-445C-5810-9183-34EE3EAB62F2}" dt="2025-10-01T14:55:33.627" v="6438" actId="2696"/>
        <pc:sldMkLst>
          <pc:docMk/>
          <pc:sldMk cId="3381414728" sldId="28841"/>
        </pc:sldMkLst>
      </pc:sldChg>
      <pc:sldChg chg="del">
        <pc:chgData name="희정 황" userId="85a689e334301df8" providerId="LiveId" clId="{40808AB2-445C-5810-9183-34EE3EAB62F2}" dt="2025-09-24T17:01:43.719" v="4452" actId="2696"/>
        <pc:sldMkLst>
          <pc:docMk/>
          <pc:sldMk cId="898509601" sldId="28842"/>
        </pc:sldMkLst>
      </pc:sldChg>
      <pc:sldChg chg="addSp delSp modSp del mod">
        <pc:chgData name="희정 황" userId="85a689e334301df8" providerId="LiveId" clId="{40808AB2-445C-5810-9183-34EE3EAB62F2}" dt="2025-10-01T14:55:33.630" v="6439" actId="2696"/>
        <pc:sldMkLst>
          <pc:docMk/>
          <pc:sldMk cId="3129227507" sldId="28843"/>
        </pc:sldMkLst>
      </pc:sldChg>
      <pc:sldChg chg="delSp modSp del mod">
        <pc:chgData name="희정 황" userId="85a689e334301df8" providerId="LiveId" clId="{40808AB2-445C-5810-9183-34EE3EAB62F2}" dt="2025-10-01T14:55:33.632" v="6440" actId="2696"/>
        <pc:sldMkLst>
          <pc:docMk/>
          <pc:sldMk cId="1561257591" sldId="28844"/>
        </pc:sldMkLst>
      </pc:sldChg>
      <pc:sldChg chg="addSp modSp add del mod">
        <pc:chgData name="희정 황" userId="85a689e334301df8" providerId="LiveId" clId="{40808AB2-445C-5810-9183-34EE3EAB62F2}" dt="2025-10-01T14:55:33.619" v="6437" actId="2696"/>
        <pc:sldMkLst>
          <pc:docMk/>
          <pc:sldMk cId="2484907915" sldId="28845"/>
        </pc:sldMkLst>
      </pc:sldChg>
      <pc:sldChg chg="addSp delSp modSp add del mod">
        <pc:chgData name="희정 황" userId="85a689e334301df8" providerId="LiveId" clId="{40808AB2-445C-5810-9183-34EE3EAB62F2}" dt="2025-10-01T14:55:33.650" v="6441" actId="2696"/>
        <pc:sldMkLst>
          <pc:docMk/>
          <pc:sldMk cId="2460113048" sldId="28846"/>
        </pc:sldMkLst>
      </pc:sldChg>
      <pc:sldChg chg="modSp add del mod">
        <pc:chgData name="희정 황" userId="85a689e334301df8" providerId="LiveId" clId="{40808AB2-445C-5810-9183-34EE3EAB62F2}" dt="2025-09-24T17:07:27.992" v="4580" actId="2696"/>
        <pc:sldMkLst>
          <pc:docMk/>
          <pc:sldMk cId="841912247" sldId="28847"/>
        </pc:sldMkLst>
      </pc:sldChg>
    </pc:docChg>
  </pc:docChgLst>
  <pc:docChgLst>
    <pc:chgData name="희정 황" userId="85a689e334301df8" providerId="LiveId" clId="{05FE0F8B-A2D6-7D4B-AF52-8603CC19410F}"/>
    <pc:docChg chg="undo custSel addSld delSld modSld">
      <pc:chgData name="희정 황" userId="85a689e334301df8" providerId="LiveId" clId="{05FE0F8B-A2D6-7D4B-AF52-8603CC19410F}" dt="2025-09-18T13:22:48.185" v="378"/>
      <pc:docMkLst>
        <pc:docMk/>
      </pc:docMkLst>
      <pc:sldChg chg="del">
        <pc:chgData name="희정 황" userId="85a689e334301df8" providerId="LiveId" clId="{05FE0F8B-A2D6-7D4B-AF52-8603CC19410F}" dt="2025-09-18T12:19:14.893" v="98" actId="2696"/>
        <pc:sldMkLst>
          <pc:docMk/>
          <pc:sldMk cId="3852659953" sldId="28826"/>
        </pc:sldMkLst>
      </pc:sldChg>
      <pc:sldChg chg="del">
        <pc:chgData name="희정 황" userId="85a689e334301df8" providerId="LiveId" clId="{05FE0F8B-A2D6-7D4B-AF52-8603CC19410F}" dt="2025-09-18T12:19:15.393" v="99" actId="2696"/>
        <pc:sldMkLst>
          <pc:docMk/>
          <pc:sldMk cId="2305255859" sldId="28827"/>
        </pc:sldMkLst>
      </pc:sldChg>
      <pc:sldChg chg="del">
        <pc:chgData name="희정 황" userId="85a689e334301df8" providerId="LiveId" clId="{05FE0F8B-A2D6-7D4B-AF52-8603CC19410F}" dt="2025-09-18T12:19:15.780" v="100" actId="2696"/>
        <pc:sldMkLst>
          <pc:docMk/>
          <pc:sldMk cId="2927133837" sldId="28828"/>
        </pc:sldMkLst>
      </pc:sldChg>
      <pc:sldChg chg="del">
        <pc:chgData name="희정 황" userId="85a689e334301df8" providerId="LiveId" clId="{05FE0F8B-A2D6-7D4B-AF52-8603CC19410F}" dt="2025-09-18T12:19:16.376" v="102" actId="2696"/>
        <pc:sldMkLst>
          <pc:docMk/>
          <pc:sldMk cId="965971106" sldId="28829"/>
        </pc:sldMkLst>
      </pc:sldChg>
      <pc:sldChg chg="del">
        <pc:chgData name="희정 황" userId="85a689e334301df8" providerId="LiveId" clId="{05FE0F8B-A2D6-7D4B-AF52-8603CC19410F}" dt="2025-09-18T12:19:16.148" v="101" actId="2696"/>
        <pc:sldMkLst>
          <pc:docMk/>
          <pc:sldMk cId="3827352204" sldId="28830"/>
        </pc:sldMkLst>
      </pc:sldChg>
      <pc:sldChg chg="del">
        <pc:chgData name="희정 황" userId="85a689e334301df8" providerId="LiveId" clId="{05FE0F8B-A2D6-7D4B-AF52-8603CC19410F}" dt="2025-09-18T12:19:16.555" v="103" actId="2696"/>
        <pc:sldMkLst>
          <pc:docMk/>
          <pc:sldMk cId="1047571097" sldId="28831"/>
        </pc:sldMkLst>
      </pc:sldChg>
      <pc:sldChg chg="del">
        <pc:chgData name="희정 황" userId="85a689e334301df8" providerId="LiveId" clId="{05FE0F8B-A2D6-7D4B-AF52-8603CC19410F}" dt="2025-09-18T12:19:16.935" v="105" actId="2696"/>
        <pc:sldMkLst>
          <pc:docMk/>
          <pc:sldMk cId="2173842970" sldId="28832"/>
        </pc:sldMkLst>
      </pc:sldChg>
      <pc:sldChg chg="del">
        <pc:chgData name="희정 황" userId="85a689e334301df8" providerId="LiveId" clId="{05FE0F8B-A2D6-7D4B-AF52-8603CC19410F}" dt="2025-09-18T12:19:16.726" v="104" actId="2696"/>
        <pc:sldMkLst>
          <pc:docMk/>
          <pc:sldMk cId="211061034" sldId="28833"/>
        </pc:sldMkLst>
      </pc:sldChg>
      <pc:sldChg chg="del">
        <pc:chgData name="희정 황" userId="85a689e334301df8" providerId="LiveId" clId="{05FE0F8B-A2D6-7D4B-AF52-8603CC19410F}" dt="2025-09-18T12:19:17.300" v="106" actId="2696"/>
        <pc:sldMkLst>
          <pc:docMk/>
          <pc:sldMk cId="2642852794" sldId="28834"/>
        </pc:sldMkLst>
      </pc:sldChg>
      <pc:sldChg chg="del">
        <pc:chgData name="희정 황" userId="85a689e334301df8" providerId="LiveId" clId="{05FE0F8B-A2D6-7D4B-AF52-8603CC19410F}" dt="2025-09-18T12:19:17.589" v="107" actId="2696"/>
        <pc:sldMkLst>
          <pc:docMk/>
          <pc:sldMk cId="1845036324" sldId="28835"/>
        </pc:sldMkLst>
      </pc:sldChg>
      <pc:sldChg chg="del">
        <pc:chgData name="희정 황" userId="85a689e334301df8" providerId="LiveId" clId="{05FE0F8B-A2D6-7D4B-AF52-8603CC19410F}" dt="2025-09-18T12:19:17.824" v="108" actId="2696"/>
        <pc:sldMkLst>
          <pc:docMk/>
          <pc:sldMk cId="3754676716" sldId="28837"/>
        </pc:sldMkLst>
      </pc:sldChg>
      <pc:sldChg chg="modSp mod">
        <pc:chgData name="희정 황" userId="85a689e334301df8" providerId="LiveId" clId="{05FE0F8B-A2D6-7D4B-AF52-8603CC19410F}" dt="2025-09-18T12:19:01.820" v="96" actId="20577"/>
        <pc:sldMkLst>
          <pc:docMk/>
          <pc:sldMk cId="2509548906" sldId="28839"/>
        </pc:sldMkLst>
      </pc:sldChg>
      <pc:sldChg chg="add del">
        <pc:chgData name="희정 황" userId="85a689e334301df8" providerId="LiveId" clId="{05FE0F8B-A2D6-7D4B-AF52-8603CC19410F}" dt="2025-09-18T12:19:18.056" v="109" actId="2696"/>
        <pc:sldMkLst>
          <pc:docMk/>
          <pc:sldMk cId="1287129157" sldId="28840"/>
        </pc:sldMkLst>
      </pc:sldChg>
      <pc:sldChg chg="addSp delSp modSp add mod">
        <pc:chgData name="희정 황" userId="85a689e334301df8" providerId="LiveId" clId="{05FE0F8B-A2D6-7D4B-AF52-8603CC19410F}" dt="2025-09-18T12:23:54.948" v="315" actId="122"/>
        <pc:sldMkLst>
          <pc:docMk/>
          <pc:sldMk cId="1958424820" sldId="28840"/>
        </pc:sldMkLst>
      </pc:sldChg>
      <pc:sldChg chg="addSp delSp modSp add mod">
        <pc:chgData name="희정 황" userId="85a689e334301df8" providerId="LiveId" clId="{05FE0F8B-A2D6-7D4B-AF52-8603CC19410F}" dt="2025-09-18T13:22:21.073" v="340"/>
        <pc:sldMkLst>
          <pc:docMk/>
          <pc:sldMk cId="3381414728" sldId="28841"/>
        </pc:sldMkLst>
      </pc:sldChg>
      <pc:sldChg chg="modSp add mod">
        <pc:chgData name="희정 황" userId="85a689e334301df8" providerId="LiveId" clId="{05FE0F8B-A2D6-7D4B-AF52-8603CC19410F}" dt="2025-09-18T13:22:18.336" v="338"/>
        <pc:sldMkLst>
          <pc:docMk/>
          <pc:sldMk cId="898509601" sldId="28842"/>
        </pc:sldMkLst>
      </pc:sldChg>
      <pc:sldChg chg="modSp add mod">
        <pc:chgData name="희정 황" userId="85a689e334301df8" providerId="LiveId" clId="{05FE0F8B-A2D6-7D4B-AF52-8603CC19410F}" dt="2025-09-18T13:22:15.626" v="336" actId="14100"/>
        <pc:sldMkLst>
          <pc:docMk/>
          <pc:sldMk cId="3129227507" sldId="28843"/>
        </pc:sldMkLst>
      </pc:sldChg>
      <pc:sldChg chg="modSp add mod">
        <pc:chgData name="희정 황" userId="85a689e334301df8" providerId="LiveId" clId="{05FE0F8B-A2D6-7D4B-AF52-8603CC19410F}" dt="2025-09-18T13:22:48.185" v="378"/>
        <pc:sldMkLst>
          <pc:docMk/>
          <pc:sldMk cId="1561257591" sldId="288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3ABD1-63C6-43F1-A438-C414A0FF5CA8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C2183-9117-4FA0-884E-E75A43825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68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393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E456-CDEA-E2DD-B7B0-79DEEE2A6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F38EAB-80EC-8B70-9622-9BA5959CA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89BA27-2C9A-10CF-EA77-558F17CB1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F157EC-8DF1-DE7E-7DB7-0B5DB8BF4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664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E55F-309B-F25E-3AD1-312606B5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50E95-47EB-0702-B2A9-F57785A48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9351E-161D-3C02-D006-5D6AEF03F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B7AD7A-AB1B-692E-B304-9295E0E89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152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32E13-17E5-4AA5-67FE-A620A04D2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AFD4B5-5886-4B38-FBE0-EE64B619C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B8EB4A-3D0F-3DE7-58D1-BD95DDB79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2ABB42-99B7-0779-2256-FF7E2AC63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724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84E5-3A1E-07DB-6E2E-8FFCACAE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22B4D2-F85D-C421-4C0C-A2031B6D5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E3D7A9-66CF-98E0-FDA7-D0E9B1D00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6D47F0-45A2-0410-6261-2CB9C2107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890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0E783-273E-E37E-20B6-761926BB9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569F02-3A44-9A57-6920-3DE4F69C4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E939D4-347B-113B-3B80-23BC24621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424D00-DC6C-8BA1-D3B7-77B824B79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6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20579-98DA-E942-AC78-00B87195D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B866DE-D1DB-8230-CBDA-A766F93D1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266A6F-CEE3-850E-FDEE-7D555FAF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686D49-FB67-2C19-2E42-F70E8FB7C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836452-5550-2145-ADE4-955C90D6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712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650C8-F12A-D26C-9C0B-5C7F1198D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151525-DA02-BA8F-F4AF-3EB8A23B9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B1802-77D5-679B-21CC-9485639EF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F9392A-8C65-6A59-0A60-A5F862B7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CBCA3-067D-4596-532E-93B80A19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88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DAB8A-7747-1CE5-3FE3-8323EE6B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8BF959-12C5-164A-DE4D-B24218DF3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39A4C-FA80-E81B-FDBC-54842536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F7C28-385E-573A-78EA-F4C821CE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D0508A-D25E-B539-F6C0-169E7C33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63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C8A93-FDFE-BEBE-56E5-16BF8194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385D78-F3C0-74AB-EE24-DE558CB38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6E7582-20D9-D5DE-F1F9-D0B67ED06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664517-BAFF-26E5-8CE4-79610FB09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441247-E1E9-FA95-4372-C471B45D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F2F193-02BC-5562-0C43-95EAFA7C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622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C21D0-4029-944F-F7C2-BB002EE0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105419-79A7-FF5A-C576-BB7FB93AC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3AB173-B1EE-AC57-483B-5DAC31327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2B277A-1864-8AE8-148C-D7DD39286F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07304D-FA48-9C88-4165-62BEE9210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4D0102-19CC-6E98-25AC-1EBC632D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1C0272-48B3-7574-3FC1-E1AAFC618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0302AD-623D-2E24-69C6-15F96B7B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15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72308-74B1-81E5-92F8-717BA6C6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E8913E-C0D6-4E79-1F02-7A613692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976696-6338-8860-FF02-54AFF9BF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8A4643-65A7-B193-9BD4-8B5917AA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72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04643F-FAFD-4171-5CCC-AA1A4186E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A30A9C-BD11-6D0A-CBCA-F75366C0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C7D854-6B8A-8C15-ACE6-EA898629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22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13A3E-5DA9-F97A-926A-538852B7B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385F3-914D-1757-A729-63DEC28E2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AE0AA7-446F-F344-EA2C-4C7D98FA3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852706-6371-DBD0-708B-40589771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44FE88-9C5C-2F2D-52E6-33DFDEA4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28A9F6-AB6E-96FB-B9D7-F4249E51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41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29719-8196-644F-00A3-DD67C9590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BBCD62-A16B-2469-AA4C-14C4851DE2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55E7FF-8DB9-C515-89CF-24B748495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E3ADD2-3956-16B0-2153-22DA5F88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74331B-E778-58CF-49E8-A5D67572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F0B81F-E5CE-F40D-BF25-235EA642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677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D3B41-B348-C070-41E1-901A6553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E2D673-409E-49B6-9ACA-AD3CAF16E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9C18C-6B02-8A7A-132B-0AE6B7CF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C66130-47CE-64A7-FF86-3D3AA974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7ED62-E6CE-D543-1169-06495FA8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77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247391-002A-ED72-9666-77BDE653A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83003B-46FF-87A4-22F1-8842C304F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1DD010-F59B-6278-9ECD-6485F742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D416B5-AF16-9623-8C49-F4FE9502D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AE9A1-0A3C-0310-9CF1-708188EF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740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FEDC3CCC-947A-4D41-9F66-809F1982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83F749-40E7-475E-BB08-77FAF3D385F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596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75F40-539E-4AE3-8A8B-9B362337D88C}"/>
              </a:ext>
            </a:extLst>
          </p:cNvPr>
          <p:cNvSpPr/>
          <p:nvPr userDrawn="1"/>
        </p:nvSpPr>
        <p:spPr>
          <a:xfrm rot="16200000" flipV="1">
            <a:off x="3006571" y="-3006573"/>
            <a:ext cx="6178858" cy="12192002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82F5BE-DFFC-4821-A823-DB5DF8769CDA}"/>
              </a:ext>
            </a:extLst>
          </p:cNvPr>
          <p:cNvGrpSpPr/>
          <p:nvPr userDrawn="1"/>
        </p:nvGrpSpPr>
        <p:grpSpPr>
          <a:xfrm>
            <a:off x="9901561" y="6301594"/>
            <a:ext cx="2012272" cy="403204"/>
            <a:chOff x="9901561" y="6301594"/>
            <a:chExt cx="2012272" cy="40320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089A494-7B4D-48F8-903E-DE4F6CABC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7605" y="6301594"/>
              <a:ext cx="376228" cy="39002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ADB742-1802-4A41-ABC5-11EF37CA21B0}"/>
                </a:ext>
              </a:extLst>
            </p:cNvPr>
            <p:cNvSpPr txBox="1"/>
            <p:nvPr/>
          </p:nvSpPr>
          <p:spPr>
            <a:xfrm>
              <a:off x="9901561" y="6383363"/>
              <a:ext cx="1745534" cy="3214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60000"/>
                </a:lnSpc>
                <a:spcBef>
                  <a:spcPts val="600"/>
                </a:spcBef>
              </a:pPr>
              <a:r>
                <a:rPr kumimoji="1" lang="en-US" altLang="ko-KR" sz="1400" b="0" kern="1200" spc="-50" baseline="0">
                  <a:ln>
                    <a:solidFill>
                      <a:srgbClr val="072C7F">
                        <a:alpha val="21000"/>
                      </a:srgbClr>
                    </a:solidFill>
                  </a:ln>
                  <a:solidFill>
                    <a:srgbClr val="00B0F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charset="0"/>
                </a:rPr>
                <a:t>                   </a:t>
              </a:r>
              <a:r>
                <a:rPr kumimoji="1" lang="en-US" altLang="ko-KR" sz="1400" b="0" kern="1200" spc="-50" baseline="0">
                  <a:ln>
                    <a:solidFill>
                      <a:srgbClr val="072C7F">
                        <a:alpha val="21000"/>
                      </a:srgbClr>
                    </a:solidFill>
                  </a:ln>
                  <a:solidFill>
                    <a:srgbClr val="072C7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charset="0"/>
                </a:rPr>
                <a:t>F M G L</a:t>
              </a:r>
            </a:p>
            <a:p>
              <a:pPr algn="ctr">
                <a:lnSpc>
                  <a:spcPct val="60000"/>
                </a:lnSpc>
                <a:spcBef>
                  <a:spcPts val="600"/>
                </a:spcBef>
              </a:pPr>
              <a:r>
                <a:rPr lang="en-US" altLang="ko-KR" sz="1050" b="0" kern="1200" spc="0" baseline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72C7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rPr>
                <a:t>Seoul</a:t>
              </a:r>
              <a:r>
                <a:rPr lang="ko-KR" altLang="en-US" sz="1050" b="0" kern="1200" spc="0" baseline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72C7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rPr>
                <a:t> </a:t>
              </a:r>
              <a:r>
                <a:rPr lang="en-US" altLang="ko-KR" sz="1050" b="0" kern="1200" spc="0" baseline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72C7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rPr>
                <a:t>Nat’l University</a:t>
              </a:r>
            </a:p>
          </p:txBody>
        </p:sp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31DDB0F-CCE2-44C1-9A8A-C3C0209FD158}"/>
              </a:ext>
            </a:extLst>
          </p:cNvPr>
          <p:cNvCxnSpPr>
            <a:cxnSpLocks/>
          </p:cNvCxnSpPr>
          <p:nvPr userDrawn="1"/>
        </p:nvCxnSpPr>
        <p:spPr>
          <a:xfrm>
            <a:off x="896644" y="3107180"/>
            <a:ext cx="512241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61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21FF88-9897-6692-CC31-98E27611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391E1F-BA11-3939-DB07-D3244DD98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FA54B8-4E33-987C-2426-CA0825388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6D230-DD50-4D44-B5CC-476AEB699E3B}" type="datetimeFigureOut">
              <a:rPr lang="ko-KR" altLang="en-US" smtClean="0"/>
              <a:t>2025. 10. 1.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1DE11E-25F9-C5E5-5FDC-60CDC4A03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D2F80B-70AA-A06B-438E-A9FB1D2D7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11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F11A6FE-D57C-4621-8347-7C9CAD77D50F}"/>
              </a:ext>
            </a:extLst>
          </p:cNvPr>
          <p:cNvSpPr txBox="1"/>
          <p:nvPr/>
        </p:nvSpPr>
        <p:spPr>
          <a:xfrm>
            <a:off x="867511" y="3215832"/>
            <a:ext cx="5327101" cy="786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altLang="ko-KR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2025. 10.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02.(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</a:t>
            </a: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|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70B3A-F8EA-4463-9C06-14ADD736FB15}"/>
              </a:ext>
            </a:extLst>
          </p:cNvPr>
          <p:cNvSpPr txBox="1"/>
          <p:nvPr/>
        </p:nvSpPr>
        <p:spPr>
          <a:xfrm>
            <a:off x="777640" y="1558010"/>
            <a:ext cx="788161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Dietary patterns</a:t>
            </a:r>
          </a:p>
          <a:p>
            <a:r>
              <a:rPr lang="ko-KR" altLang="en-US" sz="46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네트워크 분석 사례 논문</a:t>
            </a:r>
            <a:r>
              <a:rPr lang="en-US" altLang="ko-KR" sz="46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</a:t>
            </a:r>
            <a:endParaRPr lang="ko-KR" altLang="en-US" sz="46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11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C7AEFD0-E546-26FA-052F-6A3BDD7EC5D5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06DFC622-09BE-B5B5-6AA7-0A145929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E5602-45BE-BEDD-5526-A78B82263193}"/>
              </a:ext>
            </a:extLst>
          </p:cNvPr>
          <p:cNvSpPr txBox="1"/>
          <p:nvPr/>
        </p:nvSpPr>
        <p:spPr>
          <a:xfrm>
            <a:off x="203625" y="115633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00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논문 개요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BB9238F4-C2DB-60A8-859D-0558D56F9D5B}"/>
              </a:ext>
            </a:extLst>
          </p:cNvPr>
          <p:cNvSpPr txBox="1">
            <a:spLocks/>
          </p:cNvSpPr>
          <p:nvPr/>
        </p:nvSpPr>
        <p:spPr>
          <a:xfrm>
            <a:off x="105508" y="4826586"/>
            <a:ext cx="11966330" cy="165398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" altLang="ko-KR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Gaussian graphical models</a:t>
            </a:r>
            <a:r>
              <a:rPr lang="ko-KR" altLang="en-US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이용한 식이 패턴과 과체중</a:t>
            </a:r>
            <a:r>
              <a:rPr lang="en-US" altLang="ko-KR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비만 개인의 대사 프로파일 연구</a:t>
            </a:r>
          </a:p>
          <a:p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연구목적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Dietary patterns</a:t>
            </a:r>
            <a:r>
              <a:rPr lang="ko-KR" altLang="en-US" sz="1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대해 분석한 </a:t>
            </a:r>
            <a:r>
              <a:rPr lang="en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Review existing research and establish guiding principles for future studies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연구대상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이란 </a:t>
            </a:r>
            <a:r>
              <a:rPr lang="ko-KR" altLang="en-US" sz="1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테브리즈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테헤란 지역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647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논문 출판일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2025.04.05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921359-5666-C168-9C9E-BF515FA0D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85" y="1158121"/>
            <a:ext cx="5439537" cy="245233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0A12121-760B-2CF7-12D2-4285A3091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578" y="1158122"/>
            <a:ext cx="4626422" cy="278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8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C55E1-FA34-4B98-42CB-944161CA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F4625AE-073D-F180-FF53-2762BBADA640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04BBE404-207D-99AB-9D62-6994BBE5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060A30-7874-9270-6946-873716E7ED50}"/>
              </a:ext>
            </a:extLst>
          </p:cNvPr>
          <p:cNvSpPr txBox="1"/>
          <p:nvPr/>
        </p:nvSpPr>
        <p:spPr>
          <a:xfrm>
            <a:off x="203625" y="115633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01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서론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C91CC7E2-E518-4CA8-B09E-C01FD0BF845C}"/>
              </a:ext>
            </a:extLst>
          </p:cNvPr>
          <p:cNvSpPr txBox="1">
            <a:spLocks/>
          </p:cNvSpPr>
          <p:nvPr/>
        </p:nvSpPr>
        <p:spPr>
          <a:xfrm>
            <a:off x="105508" y="765301"/>
            <a:ext cx="11966330" cy="597705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배경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식이 패턴은 다양한 건강지표와 상관성이 높음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en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Mediterranean diet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 </a:t>
            </a: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high consumption of fruits, vegetables, whole grains, and healthy fats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b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the</a:t>
            </a: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prevention of cardiovascular disease, better cognitive performance, a longer life expectancy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Western diet </a:t>
            </a: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 high intake of red and processed meat, refined grains, sugars, fats, and fast food with a low intake of fruit and vegetables)</a:t>
            </a:r>
            <a:b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</a:t>
            </a: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higher rates of obesity and an increase in cancer risk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</a:t>
            </a:r>
            <a:r>
              <a:rPr lang="en" altLang="ko-KR" sz="13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raditional</a:t>
            </a:r>
            <a:r>
              <a:rPr lang="en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dietary assessment methods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음식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영양소 개별에만 초점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식품 간 상호작용 고려하지 않음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Wingdings" pitchFamily="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식단을 고려하더라도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‘a priori’ diet quality scores or ‘data-driven’ composite scores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</a:t>
            </a:r>
            <a:r>
              <a:rPr lang="en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he need</a:t>
            </a: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to examine the </a:t>
            </a:r>
            <a:r>
              <a:rPr lang="en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interactions between different foods </a:t>
            </a: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 fully understand their health impacts 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마늘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적색육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섭취에 대한 해로운 영향을 상쇄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</a:t>
            </a: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심혈관 질환 위험 낮춤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 network approach</a:t>
            </a: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 </a:t>
            </a:r>
            <a:r>
              <a:rPr lang="en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co-consumption of foods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고려 가능</a:t>
            </a:r>
            <a:endParaRPr lang="en" altLang="ko-KR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고도화된 통계기법으로 다양한 식이 요소의 결합을 분석할 수 있도록 함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전통 기법에서 간과한 동시 섭취 패턴 및 그에 따른 건강 결과를 살펴볼 수 있도록 함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목적</a:t>
            </a:r>
            <a:endParaRPr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 determine </a:t>
            </a:r>
            <a:r>
              <a:rPr lang="en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whether network approaches can offer a more comprehensive analysis of dietary intake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 contribute to the </a:t>
            </a:r>
            <a:r>
              <a:rPr lang="en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development of more accurate dietary assessment tools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 </a:t>
            </a:r>
            <a:r>
              <a:rPr lang="en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improve dietary recommendations and interventions </a:t>
            </a:r>
            <a:r>
              <a:rPr lang="en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which are tailored to human eating behaviors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개요</a:t>
            </a:r>
            <a:endParaRPr lang="en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식이 패턴을 분석하기 위해 사용된 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전통적 접근법 및 그 한계</a:t>
            </a:r>
            <a:endParaRPr lang="en" altLang="ko-KR" sz="1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식이 패턴 도출을 위한 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 분석 방법에 대한 전반적인 </a:t>
            </a:r>
            <a:r>
              <a:rPr lang="en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scoping review</a:t>
            </a:r>
            <a:r>
              <a:rPr lang="en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전통적 접근법에 대한 한계를 해결할 수 있는 가능성 설명</a:t>
            </a:r>
            <a:endParaRPr lang="en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분야에서 방법론적으로 엄밀하게 분석하기 위한 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가이드 원칙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제공</a:t>
            </a:r>
            <a:endParaRPr lang="en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774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BCDD-78F7-6D34-83F9-994B16AEC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4378C35-500E-2680-6A6B-5221EDE610E7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81A53E5D-4476-796B-9DEA-14F6D7D4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1D8A6F-1B5C-824B-76E2-764DB2B4384E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02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Traditional methods of dietary analysis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C125827-82CE-85DA-6374-FCB2286B2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493380"/>
              </p:ext>
            </p:extLst>
          </p:nvPr>
        </p:nvGraphicFramePr>
        <p:xfrm>
          <a:off x="203625" y="923549"/>
          <a:ext cx="11639050" cy="5557720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510717">
                  <a:extLst>
                    <a:ext uri="{9D8B030D-6E8A-4147-A177-3AD203B41FA5}">
                      <a16:colId xmlns:a16="http://schemas.microsoft.com/office/drawing/2014/main" val="499775881"/>
                    </a:ext>
                  </a:extLst>
                </a:gridCol>
                <a:gridCol w="1344544">
                  <a:extLst>
                    <a:ext uri="{9D8B030D-6E8A-4147-A177-3AD203B41FA5}">
                      <a16:colId xmlns:a16="http://schemas.microsoft.com/office/drawing/2014/main" val="1294363764"/>
                    </a:ext>
                  </a:extLst>
                </a:gridCol>
                <a:gridCol w="1511789">
                  <a:extLst>
                    <a:ext uri="{9D8B030D-6E8A-4147-A177-3AD203B41FA5}">
                      <a16:colId xmlns:a16="http://schemas.microsoft.com/office/drawing/2014/main" val="3626476853"/>
                    </a:ext>
                  </a:extLst>
                </a:gridCol>
                <a:gridCol w="3636000">
                  <a:extLst>
                    <a:ext uri="{9D8B030D-6E8A-4147-A177-3AD203B41FA5}">
                      <a16:colId xmlns:a16="http://schemas.microsoft.com/office/drawing/2014/main" val="2640937080"/>
                    </a:ext>
                  </a:extLst>
                </a:gridCol>
                <a:gridCol w="3636000">
                  <a:extLst>
                    <a:ext uri="{9D8B030D-6E8A-4147-A177-3AD203B41FA5}">
                      <a16:colId xmlns:a16="http://schemas.microsoft.com/office/drawing/2014/main" val="948456380"/>
                    </a:ext>
                  </a:extLst>
                </a:gridCol>
              </a:tblGrid>
              <a:tr h="341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Linear/Nonlinear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Assumptions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Strengths/Limitations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405447"/>
                  </a:ext>
                </a:extLst>
              </a:tr>
              <a:tr h="1303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Principal </a:t>
                      </a:r>
                    </a:p>
                    <a:p>
                      <a:pPr algn="ctr">
                        <a:buNone/>
                      </a:pPr>
                      <a:r>
                        <a:rPr lang="en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Component </a:t>
                      </a:r>
                    </a:p>
                    <a:p>
                      <a:pPr algn="ctr">
                        <a:buNone/>
                      </a:pPr>
                      <a:r>
                        <a:rPr lang="en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Analysis </a:t>
                      </a:r>
                    </a:p>
                    <a:p>
                      <a:pPr algn="ctr">
                        <a:buNone/>
                      </a:pPr>
                      <a:r>
                        <a:rPr lang="en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Eigenvalue</a:t>
                      </a:r>
                    </a:p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decomposition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정규분포 데이터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변수 간 선형 관계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비상관 성분 가정</a:t>
                      </a:r>
                      <a:endParaRPr lang="en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존재하는 식이 패턴 식별 가능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어떤 음식이 함께 섭취되는지 파악할 수 있으나 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음식 간 상호작용은 밝히지 못함</a:t>
                      </a:r>
                      <a:endParaRPr lang="en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614036"/>
                  </a:ext>
                </a:extLst>
              </a:tr>
              <a:tr h="1303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Factor</a:t>
                      </a:r>
                    </a:p>
                    <a:p>
                      <a:pPr algn="ctr">
                        <a:buNone/>
                      </a:pPr>
                      <a:r>
                        <a:rPr lang="en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Factor</a:t>
                      </a:r>
                    </a:p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정규분포 데이터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변수 간 선형 관계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잠재 요인으로 그룹화 가능한 데이터 가정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식품 섭취 변동을 설명하는 기저 식이 요인 식별 가능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특정 음식의 상호작용하는지는 알 수 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081942"/>
                  </a:ext>
                </a:extLst>
              </a:tr>
              <a:tr h="1303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Cluster</a:t>
                      </a:r>
                    </a:p>
                    <a:p>
                      <a:pPr algn="ctr">
                        <a:buNone/>
                      </a:pPr>
                      <a:r>
                        <a:rPr lang="en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k-means,</a:t>
                      </a:r>
                    </a:p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hierarchical </a:t>
                      </a:r>
                    </a:p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clustering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Nonlinear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유사한 특성을 가진 명확한 군집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독립적 관찰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식이 패턴을 기반으로 개인을 그룹화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소비자 세분화에 유용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변수 간 비선형 연관성 처리 가능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여러 변수 간 상호의존성은 명시적으로 포착하지 못함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019590"/>
                  </a:ext>
                </a:extLst>
              </a:tr>
              <a:tr h="1303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Dietary</a:t>
                      </a:r>
                    </a:p>
                    <a:p>
                      <a:pPr algn="ctr">
                        <a:buNone/>
                      </a:pPr>
                      <a:r>
                        <a:rPr lang="en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Index/Scores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Predefined</a:t>
                      </a:r>
                    </a:p>
                    <a:p>
                      <a:pPr algn="ctr">
                        <a:buNone/>
                      </a:pPr>
                      <a:r>
                        <a:rPr lang="en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각 점수가 건강성을 나타냄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각 구성요소에 가중치가 부여됨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구성요소 간 잠재적 상호작용을 무시함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사전 지식 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개인의 식단이 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참조 식이 패턴과 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얼마나 일치하는지 식별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935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95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9BF35-FA1E-5D52-A6C3-9B1EE845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81EAE41-11E9-5C5E-A109-1DEA7D741E6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90FC97E-AE18-12E9-21E5-D7F9E0F0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C1EA4B-7F0F-B04C-8045-E94B7B8B876F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02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Traditional methods of dietary analysis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Limitations</a:t>
            </a:r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9161D4E9-F10F-6EE0-5637-75EAF8D437D9}"/>
              </a:ext>
            </a:extLst>
          </p:cNvPr>
          <p:cNvSpPr txBox="1">
            <a:spLocks/>
          </p:cNvSpPr>
          <p:nvPr/>
        </p:nvSpPr>
        <p:spPr>
          <a:xfrm>
            <a:off x="105508" y="765301"/>
            <a:ext cx="11966330" cy="597705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defPPr>
              <a:defRPr lang="ko-KR"/>
            </a:defPPr>
            <a:lvl1pPr marL="228600" indent="-2286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lvl="1" indent="-2286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lvl="2" indent="-2286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복잡한 상호작용 </a:t>
            </a:r>
            <a:r>
              <a:rPr lang="ko-KR" altLang="en-US" b="0" dirty="0"/>
              <a:t>포착 불가</a:t>
            </a:r>
          </a:p>
          <a:p>
            <a:pPr lvl="1"/>
            <a:r>
              <a:rPr lang="ko-KR" altLang="en-US" b="0" u="sng" dirty="0"/>
              <a:t>영양소 간 시너지 효과</a:t>
            </a:r>
            <a:r>
              <a:rPr lang="ko-KR" altLang="en-US" b="0" dirty="0"/>
              <a:t>를 제대로 파악하지 못함</a:t>
            </a:r>
          </a:p>
          <a:p>
            <a:pPr lvl="1"/>
            <a:r>
              <a:rPr lang="ko-KR" altLang="en-US" b="0" dirty="0"/>
              <a:t>특정 영양소의 효과가 다른 식이 성분에 의해 강화되거나 억제될 수 있으나 이러한 관계가 </a:t>
            </a:r>
            <a:r>
              <a:rPr lang="ko-KR" altLang="en-US" b="0" dirty="0" err="1"/>
              <a:t>숨겨짐</a:t>
            </a:r>
            <a:endParaRPr lang="ko-KR" altLang="en-US" b="0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일차원 점수화</a:t>
            </a:r>
            <a:r>
              <a:rPr lang="ko-KR" altLang="en-US" b="0" dirty="0"/>
              <a:t>의 문제</a:t>
            </a:r>
          </a:p>
          <a:p>
            <a:pPr lvl="1"/>
            <a:r>
              <a:rPr lang="ko-KR" altLang="en-US" b="0" dirty="0"/>
              <a:t>식이 패턴을 단일 점수로 축소하면 </a:t>
            </a:r>
            <a:r>
              <a:rPr lang="ko-KR" altLang="en-US" b="0" u="sng" dirty="0"/>
              <a:t>다차원적 특성 상실</a:t>
            </a:r>
          </a:p>
          <a:p>
            <a:pPr lvl="1"/>
            <a:r>
              <a:rPr lang="ko-KR" altLang="en-US" b="0" dirty="0"/>
              <a:t>점수 개발 시 </a:t>
            </a:r>
            <a:r>
              <a:rPr lang="ko-KR" altLang="en-US" b="0" u="sng" dirty="0"/>
              <a:t>상호작용을 명시적으로 인식하고 통합하는 경우</a:t>
            </a:r>
            <a:r>
              <a:rPr lang="ko-KR" altLang="en-US" b="0" dirty="0"/>
              <a:t>가 </a:t>
            </a:r>
            <a:r>
              <a:rPr lang="ko-KR" altLang="en-US" b="0" dirty="0" err="1"/>
              <a:t>드뭄</a:t>
            </a:r>
            <a:endParaRPr lang="ko-KR" altLang="en-US" b="0" dirty="0"/>
          </a:p>
          <a:p>
            <a:pPr lvl="1"/>
            <a:r>
              <a:rPr lang="ko-KR" altLang="en-US" b="0" dirty="0"/>
              <a:t>개별 영양소</a:t>
            </a:r>
            <a:r>
              <a:rPr lang="en-US" altLang="ko-KR" b="0" dirty="0"/>
              <a:t>/</a:t>
            </a:r>
            <a:r>
              <a:rPr lang="ko-KR" altLang="en-US" b="0" dirty="0"/>
              <a:t>식품 연구에서 상호작용이 존재하지 않는다고 암묵적으로 가정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정적 패턴</a:t>
            </a:r>
            <a:r>
              <a:rPr lang="ko-KR" altLang="en-US" b="0" dirty="0"/>
              <a:t> 가정</a:t>
            </a:r>
          </a:p>
          <a:p>
            <a:pPr lvl="1"/>
            <a:r>
              <a:rPr lang="ko-KR" altLang="en-US" b="0" dirty="0"/>
              <a:t>나이</a:t>
            </a:r>
            <a:r>
              <a:rPr lang="en-US" altLang="ko-KR" b="0" dirty="0"/>
              <a:t>, </a:t>
            </a:r>
            <a:r>
              <a:rPr lang="ko-KR" altLang="en-US" b="0" dirty="0"/>
              <a:t>경제적 변화</a:t>
            </a:r>
            <a:r>
              <a:rPr lang="en-US" altLang="ko-KR" b="0" dirty="0"/>
              <a:t>, </a:t>
            </a:r>
            <a:r>
              <a:rPr lang="ko-KR" altLang="en-US" b="0" dirty="0"/>
              <a:t>건강 상태에 따른 </a:t>
            </a:r>
            <a:r>
              <a:rPr lang="ko-KR" altLang="en-US" b="0" u="sng" dirty="0"/>
              <a:t>식이 변화 </a:t>
            </a:r>
            <a:r>
              <a:rPr lang="ko-KR" altLang="en-US" b="0" dirty="0"/>
              <a:t>무시</a:t>
            </a:r>
          </a:p>
          <a:p>
            <a:pPr lvl="1"/>
            <a:r>
              <a:rPr lang="ko-KR" altLang="en-US" b="0" dirty="0"/>
              <a:t>시간 경과에 따른 식이 패턴 변화를 고려하지 못함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결과적 영향</a:t>
            </a:r>
          </a:p>
          <a:p>
            <a:pPr lvl="1"/>
            <a:r>
              <a:rPr lang="ko-KR" altLang="en-US" b="0" u="sng" dirty="0"/>
              <a:t>잘못된 가정</a:t>
            </a:r>
            <a:r>
              <a:rPr lang="ko-KR" altLang="en-US" b="0" dirty="0"/>
              <a:t>으로 인한 편향된 효과 추정</a:t>
            </a:r>
          </a:p>
          <a:p>
            <a:pPr lvl="1"/>
            <a:r>
              <a:rPr lang="ko-KR" altLang="en-US" b="0" u="sng" dirty="0"/>
              <a:t>연관성이 왜곡</a:t>
            </a:r>
            <a:r>
              <a:rPr lang="ko-KR" altLang="en-US" b="0" dirty="0"/>
              <a:t>되거나 허위로 나타날 수 있음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선형 최적화 방법</a:t>
            </a:r>
            <a:r>
              <a:rPr lang="ko-KR" altLang="en-US" b="0" dirty="0"/>
              <a:t>의 한계</a:t>
            </a:r>
          </a:p>
          <a:p>
            <a:pPr lvl="1"/>
            <a:r>
              <a:rPr lang="ko-KR" altLang="en-US" b="0" dirty="0"/>
              <a:t>잘 알려진 소수의 다량</a:t>
            </a:r>
            <a:r>
              <a:rPr lang="en-US" altLang="ko-KR" b="0" dirty="0"/>
              <a:t>/</a:t>
            </a:r>
            <a:r>
              <a:rPr lang="ko-KR" altLang="en-US" b="0" dirty="0"/>
              <a:t>미량 영양소만 최적화 가능 </a:t>
            </a:r>
            <a:r>
              <a:rPr lang="en-US" altLang="ko-KR" b="0" dirty="0"/>
              <a:t>(</a:t>
            </a:r>
            <a:r>
              <a:rPr lang="ko-KR" altLang="en-US" b="0" dirty="0"/>
              <a:t>식품에 존재하는 수천 가지 생리활성 화합물과 </a:t>
            </a:r>
            <a:r>
              <a:rPr lang="ko-KR" altLang="en-US" b="0" dirty="0" err="1"/>
              <a:t>파이토케미컬</a:t>
            </a:r>
            <a:r>
              <a:rPr lang="ko-KR" altLang="en-US" b="0" dirty="0"/>
              <a:t> 중 </a:t>
            </a:r>
            <a:r>
              <a:rPr lang="en-US" altLang="ko-KR" b="0" dirty="0"/>
              <a:t>1% </a:t>
            </a:r>
            <a:r>
              <a:rPr lang="ko-KR" altLang="en-US" b="0" dirty="0"/>
              <a:t>미만</a:t>
            </a:r>
            <a:r>
              <a:rPr lang="en-US" altLang="ko-KR" b="0" dirty="0"/>
              <a:t>)</a:t>
            </a:r>
            <a:endParaRPr lang="ko-KR" altLang="en-US" b="0" dirty="0"/>
          </a:p>
          <a:p>
            <a:pPr lvl="1"/>
            <a:r>
              <a:rPr lang="ko-KR" altLang="en-US" b="0" dirty="0"/>
              <a:t>건강에 중요한 </a:t>
            </a:r>
            <a:r>
              <a:rPr lang="ko-KR" altLang="en-US" b="0" u="sng" dirty="0"/>
              <a:t>복잡한 식품 시너지</a:t>
            </a:r>
            <a:r>
              <a:rPr lang="ko-KR" altLang="en-US" b="0" dirty="0"/>
              <a:t>와 </a:t>
            </a:r>
            <a:r>
              <a:rPr lang="ko-KR" altLang="en-US" b="0" u="sng" dirty="0"/>
              <a:t>아직 알려지지 않은 성분</a:t>
            </a:r>
            <a:r>
              <a:rPr lang="ko-KR" altLang="en-US" b="0" dirty="0"/>
              <a:t>에 대해서는 파악하지 못함</a:t>
            </a:r>
            <a:endParaRPr lang="en" altLang="ko-KR" b="0" dirty="0"/>
          </a:p>
        </p:txBody>
      </p:sp>
    </p:spTree>
    <p:extLst>
      <p:ext uri="{BB962C8B-B14F-4D97-AF65-F5344CB8AC3E}">
        <p14:creationId xmlns:p14="http://schemas.microsoft.com/office/powerpoint/2010/main" val="396287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2DB6C-3781-67AD-FB9A-AD9F974D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E427B82-9189-24D4-067A-1DEFAFB356BD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E186C899-48FB-2E45-EC39-76CFBBA0A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83773B-E5A9-2B30-E426-1D88D2A7CD0E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03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N</a:t>
            </a:r>
            <a:r>
              <a:rPr lang="en" altLang="ko-KR" sz="2400" b="1" dirty="0" err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etwork</a:t>
            </a:r>
            <a:r>
              <a:rPr lang="en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Approaches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FDBBD73B-4352-4311-3003-9D4522E409B8}"/>
              </a:ext>
            </a:extLst>
          </p:cNvPr>
          <p:cNvSpPr txBox="1">
            <a:spLocks/>
          </p:cNvSpPr>
          <p:nvPr/>
        </p:nvSpPr>
        <p:spPr>
          <a:xfrm>
            <a:off x="105508" y="765301"/>
            <a:ext cx="11966330" cy="597705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ko-KR"/>
            </a:defPPr>
            <a:lvl1pPr marL="228600" indent="-2286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lvl="1" indent="-2286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lvl="2" indent="-2286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dirty="0"/>
              <a:t>상향식</a:t>
            </a:r>
            <a:r>
              <a:rPr lang="en-US" altLang="ko-KR" dirty="0"/>
              <a:t>(</a:t>
            </a:r>
            <a:r>
              <a:rPr lang="en" altLang="ko-KR" dirty="0"/>
              <a:t>Bottom-up) </a:t>
            </a:r>
            <a:r>
              <a:rPr lang="ko-KR" altLang="en-US" dirty="0"/>
              <a:t>데이터 기반 접근</a:t>
            </a:r>
          </a:p>
          <a:p>
            <a:pPr lvl="1"/>
            <a:r>
              <a:rPr lang="ko-KR" altLang="en-US" b="0" u="sng" dirty="0"/>
              <a:t>사전 지식 불필요</a:t>
            </a:r>
          </a:p>
          <a:p>
            <a:pPr lvl="1"/>
            <a:r>
              <a:rPr lang="ko-KR" altLang="en-US" b="0" dirty="0"/>
              <a:t>실제 식사 행동에서 </a:t>
            </a:r>
            <a:r>
              <a:rPr lang="ko-KR" altLang="en-US" b="0" u="sng" dirty="0"/>
              <a:t>직접 학습</a:t>
            </a:r>
          </a:p>
          <a:p>
            <a:pPr lvl="1"/>
            <a:r>
              <a:rPr lang="ko-KR" altLang="en-US" b="0" dirty="0"/>
              <a:t>개별 식품 간 </a:t>
            </a:r>
            <a:r>
              <a:rPr lang="ko-KR" altLang="en-US" b="0" u="sng" dirty="0"/>
              <a:t>상호작용</a:t>
            </a:r>
            <a:r>
              <a:rPr lang="ko-KR" altLang="en-US" b="0" dirty="0"/>
              <a:t>과 </a:t>
            </a:r>
            <a:r>
              <a:rPr lang="ko-KR" altLang="en-US" b="0" u="sng" dirty="0"/>
              <a:t>조건부 의존성</a:t>
            </a:r>
            <a:r>
              <a:rPr lang="ko-KR" altLang="en-US" b="0" dirty="0"/>
              <a:t>의 네트워크를 명시적으로 매핑</a:t>
            </a:r>
          </a:p>
          <a:p>
            <a:pPr lvl="1"/>
            <a:r>
              <a:rPr lang="en" altLang="ko-KR" b="0" dirty="0"/>
              <a:t>PCA</a:t>
            </a:r>
            <a:r>
              <a:rPr lang="ko-KR" altLang="en-US" b="0" dirty="0"/>
              <a:t>나 군집분석처럼 </a:t>
            </a:r>
            <a:r>
              <a:rPr lang="ko-KR" altLang="en-US" b="0" u="sng" dirty="0"/>
              <a:t>식단을 복합 점수나 그룹으로 축소하지 않음</a:t>
            </a:r>
          </a:p>
          <a:p>
            <a:pPr marL="457200" lvl="1" indent="0">
              <a:buNone/>
            </a:pPr>
            <a:endParaRPr lang="en-US" altLang="ko-KR" b="0" dirty="0"/>
          </a:p>
          <a:p>
            <a:r>
              <a:rPr lang="ko-KR" altLang="en-US" dirty="0"/>
              <a:t>주요 방법</a:t>
            </a:r>
            <a:endParaRPr lang="en" altLang="ko-KR" dirty="0"/>
          </a:p>
          <a:p>
            <a:pPr lvl="1"/>
            <a:r>
              <a:rPr lang="en" altLang="ko-KR" dirty="0"/>
              <a:t>Gaussian Graphical Models </a:t>
            </a:r>
            <a:r>
              <a:rPr lang="en" altLang="ko-KR" b="0" dirty="0"/>
              <a:t>and </a:t>
            </a:r>
            <a:r>
              <a:rPr lang="en" altLang="ko-KR" dirty="0"/>
              <a:t>Mutual Information Networks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b="0" dirty="0"/>
              <a:t>식단 내 복잡한 관계 시각화 및 분석 </a:t>
            </a:r>
          </a:p>
          <a:p>
            <a:pPr lvl="2"/>
            <a:r>
              <a:rPr lang="ko-KR" altLang="en-US" b="0" dirty="0"/>
              <a:t>식품</a:t>
            </a:r>
            <a:r>
              <a:rPr lang="en-US" altLang="ko-KR" b="0" dirty="0"/>
              <a:t>-</a:t>
            </a:r>
            <a:r>
              <a:rPr lang="ko-KR" altLang="en-US" b="0" dirty="0"/>
              <a:t>영양소 간 연결 매핑으로 건강 결과에 미치는 집단적 영향 파악 </a:t>
            </a:r>
          </a:p>
          <a:p>
            <a:pPr lvl="2"/>
            <a:r>
              <a:rPr lang="ko-KR" altLang="en-US" b="0" dirty="0"/>
              <a:t>사전 정의된 생화학 모델이 아닌 실제 데이터에서 유익한 식품 조합 발견 </a:t>
            </a:r>
          </a:p>
          <a:p>
            <a:pPr lvl="1"/>
            <a:r>
              <a:rPr lang="en-US" altLang="ko-KR" dirty="0"/>
              <a:t>D</a:t>
            </a:r>
            <a:r>
              <a:rPr lang="en" altLang="ko-KR" dirty="0" err="1"/>
              <a:t>ynamic</a:t>
            </a:r>
            <a:r>
              <a:rPr lang="en" altLang="ko-KR" dirty="0"/>
              <a:t> or time-varying networks</a:t>
            </a:r>
            <a:endParaRPr lang="ko-KR" altLang="en-US" dirty="0"/>
          </a:p>
          <a:p>
            <a:pPr lvl="2"/>
            <a:r>
              <a:rPr lang="ko-KR" altLang="en-US" b="0" dirty="0"/>
              <a:t>시간 경과에 따른 변화 모델링</a:t>
            </a:r>
          </a:p>
          <a:p>
            <a:pPr lvl="2"/>
            <a:r>
              <a:rPr lang="ko-KR" altLang="en-US" b="0" dirty="0"/>
              <a:t>개인이나 집단의 식이 패턴 변화 추적 가능 </a:t>
            </a:r>
          </a:p>
          <a:p>
            <a:pPr lvl="2"/>
            <a:r>
              <a:rPr lang="ko-KR" altLang="en-US" b="0" dirty="0"/>
              <a:t>식단의 복잡성을 한계가 아닌 발견의 원천으로 전환 </a:t>
            </a:r>
          </a:p>
        </p:txBody>
      </p:sp>
    </p:spTree>
    <p:extLst>
      <p:ext uri="{BB962C8B-B14F-4D97-AF65-F5344CB8AC3E}">
        <p14:creationId xmlns:p14="http://schemas.microsoft.com/office/powerpoint/2010/main" val="2410879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1DB65-C3C1-8115-FA3F-FFAF6E186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B9CB972-46DB-8294-BAD2-F249071F2F17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89F088D0-C83D-5C7F-56D0-93FC06AB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2DEBB7-59AB-4B2F-7FEF-5D8407AD9194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03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N</a:t>
            </a:r>
            <a:r>
              <a:rPr lang="en" altLang="ko-KR" sz="2400" b="1" dirty="0" err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etwork</a:t>
            </a:r>
            <a:r>
              <a:rPr lang="en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Approaches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5676994-E586-BEA7-2568-21993220B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21076"/>
              </p:ext>
            </p:extLst>
          </p:nvPr>
        </p:nvGraphicFramePr>
        <p:xfrm>
          <a:off x="176610" y="914407"/>
          <a:ext cx="11232437" cy="6128085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111567">
                  <a:extLst>
                    <a:ext uri="{9D8B030D-6E8A-4147-A177-3AD203B41FA5}">
                      <a16:colId xmlns:a16="http://schemas.microsoft.com/office/drawing/2014/main" val="320251959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310674091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3420345397"/>
                    </a:ext>
                  </a:extLst>
                </a:gridCol>
                <a:gridCol w="1652905">
                  <a:extLst>
                    <a:ext uri="{9D8B030D-6E8A-4147-A177-3AD203B41FA5}">
                      <a16:colId xmlns:a16="http://schemas.microsoft.com/office/drawing/2014/main" val="3163500149"/>
                    </a:ext>
                  </a:extLst>
                </a:gridCol>
                <a:gridCol w="1916430">
                  <a:extLst>
                    <a:ext uri="{9D8B030D-6E8A-4147-A177-3AD203B41FA5}">
                      <a16:colId xmlns:a16="http://schemas.microsoft.com/office/drawing/2014/main" val="287807629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1417264546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785188111"/>
                    </a:ext>
                  </a:extLst>
                </a:gridCol>
              </a:tblGrid>
              <a:tr h="13107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1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1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1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특징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활용 예시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242512"/>
                  </a:ext>
                </a:extLst>
              </a:tr>
              <a:tr h="107516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altLang="ko-KR" sz="1200" b="1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(GGM)</a:t>
                      </a:r>
                      <a:endParaRPr lang="en" sz="1200" b="1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Gaussian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Graphical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Inverse covariance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matrix estimation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부분상관으로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조건부 독립성 식별하는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확률 모델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선형 관계 탐색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칼로리 섭취 고려 시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포화지방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나트륨 관계가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직접적인지 간접적인지 판단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식단 내 직접적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간접적 영양소 연관성 명확히 이해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선형 관계만 가정으로 비선형 상호작용 포착 불가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비정규 분포에 민감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424576"/>
                  </a:ext>
                </a:extLst>
              </a:tr>
              <a:tr h="54619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endParaRPr lang="en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200" b="1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(MGM)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Mixed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Graphical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Combination of GGM 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and discrete 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modelling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연속형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범주형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변수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모두 가능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GGM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확장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식이 섭취와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사회경제적 요인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상관관계 탐색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 데이터 유형 공동 모델링으로 복잡한 영양 데이터셋 분석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GGM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 동일하게 연속형 변수의 비정규 분포에 민감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283866"/>
                  </a:ext>
                </a:extLst>
              </a:tr>
              <a:tr h="84667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Mutual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Information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Information-theoretic 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Non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공유 정보량 측정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선형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비선형 연관성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모두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당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지방 섭취가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비만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심혈관 위험에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미치는 비례적 영향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상관 기반 방법에서 놓칠 수 있는 숨겨진 패턴과 미묘한 의존성 발견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조밀한 네트워크 생성으로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해석력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감소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직접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간접 의존성 구분 어려움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68149"/>
                  </a:ext>
                </a:extLst>
              </a:tr>
              <a:tr h="56497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altLang="ko-KR" sz="1200" b="1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(BN)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Bayesian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Directed 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acyclic graphs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방향성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비순환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그래프로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잠재적 인과 경로 식별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지방 감소 시 당 증가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식이 구성요소 간 영향 탐색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사전 지식 통합 가능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상관관계 방법과 달리 인과관계 통찰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미지의 네트워크 탐색 시 계산적으로 매우 어려움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*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아직 식이 패턴 분석 미적용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68629"/>
                  </a:ext>
                </a:extLst>
              </a:tr>
              <a:tr h="60566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Dynamic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Time-varying 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graph 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시간에 따른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의존성 변화 통합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식이 패턴 진화 관찰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육류 감소 개입이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채소 섭취도 의도치 않게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감소시키는지 파악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공중보건 정책의 부작용 예측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개입 후 패턴 변화 추적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의도하지 않은 결과 예측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장기간 상세한 종단 모니터링 필요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반복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식이회상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일기 등 자원 집약적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221331"/>
                  </a:ext>
                </a:extLst>
              </a:tr>
              <a:tr h="69643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Hypergraphs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Hyperedge-based 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graph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하이퍼엣지가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 이상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노드 연결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그룹 수준 상호작용 표현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단백질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지방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탄수화물 포함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식사의 복합적 건강 영향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쌍별로 설명 불가한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고차 상호작용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여러 영양소의 공유 기능 모델링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고차 상호작용 포착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높은 계산 부담으로 대규모 데이터에서 자원 집약적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복잡성으로 해석 어려움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803740"/>
                  </a:ext>
                </a:extLst>
              </a:tr>
              <a:tr h="48672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Multilayered 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Graphs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Layered network </a:t>
                      </a:r>
                    </a:p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여러 계층으로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시스템 표현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식품 맥락이 영양소 섭취에 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미치는 영향 검토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교차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도메인 관계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계층 내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계층 간 연결 포괄적 탐색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여러 도메인의 대규모 데이터셋에서 계산 부담 큼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복잡하고 해석 어려움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58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212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3859</TotalTime>
  <Words>1094</Words>
  <Application>Microsoft Macintosh PowerPoint</Application>
  <PresentationFormat>와이드스크린</PresentationFormat>
  <Paragraphs>242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맑은 고딕</vt:lpstr>
      <vt:lpstr>나눔스퀘어</vt:lpstr>
      <vt:lpstr>Pretendard Black</vt:lpstr>
      <vt:lpstr>G마켓 산스 Medium</vt:lpstr>
      <vt:lpstr>나눔스퀘어 Bold</vt:lpstr>
      <vt:lpstr>Arial</vt:lpstr>
      <vt:lpstr>나눔스퀘어 ExtraBold</vt:lpstr>
      <vt:lpstr>Pretendard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황희정</dc:creator>
  <cp:lastModifiedBy>희정 황</cp:lastModifiedBy>
  <cp:revision>47</cp:revision>
  <dcterms:created xsi:type="dcterms:W3CDTF">2023-09-20T10:10:36Z</dcterms:created>
  <dcterms:modified xsi:type="dcterms:W3CDTF">2025-10-01T15:45:09Z</dcterms:modified>
</cp:coreProperties>
</file>