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
  </p:notesMasterIdLst>
  <p:sldIdLst>
    <p:sldId id="28676" r:id="rId2"/>
    <p:sldId id="28720" r:id="rId3"/>
    <p:sldId id="28838" r:id="rId4"/>
    <p:sldId id="28825" r:id="rId5"/>
    <p:sldId id="28839" r:id="rId6"/>
    <p:sldId id="28840" r:id="rId7"/>
    <p:sldId id="28845" r:id="rId8"/>
    <p:sldId id="28841" r:id="rId9"/>
    <p:sldId id="28846" r:id="rId10"/>
    <p:sldId id="28843" r:id="rId11"/>
    <p:sldId id="28844" r:id="rId12"/>
  </p:sldIdLst>
  <p:sldSz cx="12192000" cy="6858000"/>
  <p:notesSz cx="6858000" cy="9144000"/>
  <p:embeddedFontLst>
    <p:embeddedFont>
      <p:font typeface="나눔스퀘어" panose="020B0600000101010101" pitchFamily="34" charset="-127"/>
      <p:regular r:id="rId14"/>
    </p:embeddedFont>
    <p:embeddedFont>
      <p:font typeface="나눔스퀘어 Bold" panose="020B0600000101010101" pitchFamily="34" charset="-127"/>
      <p:bold r:id="rId15"/>
    </p:embeddedFont>
    <p:embeddedFont>
      <p:font typeface="나눔스퀘어 ExtraBold" panose="020B0600000101010101" pitchFamily="34" charset="-127"/>
      <p:bold r:id="rId16"/>
    </p:embeddedFont>
    <p:embeddedFont>
      <p:font typeface="맑은 고딕" panose="020B0503020000020004" pitchFamily="34" charset="-127"/>
      <p:regular r:id="rId17"/>
      <p:bold r:id="rId18"/>
    </p:embeddedFont>
    <p:embeddedFont>
      <p:font typeface="G마켓 산스 Medium" panose="02000000000000000000" pitchFamily="2" charset="-128"/>
      <p:regular r:id="rId19"/>
    </p:embeddedFont>
    <p:embeddedFont>
      <p:font typeface="Pretendard" panose="02000503000000020004" pitchFamily="2" charset="-127"/>
      <p:regular r:id="rId20"/>
      <p:bold r:id="rId21"/>
    </p:embeddedFont>
    <p:embeddedFont>
      <p:font typeface="Pretendard Black" panose="02000503000000020004" pitchFamily="2" charset="-127"/>
      <p:bold r:id="rId22"/>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EBF7"/>
    <a:srgbClr val="FF2F92"/>
    <a:srgbClr val="FFCCCC"/>
    <a:srgbClr val="9DC3E6"/>
    <a:srgbClr val="FFFFFF"/>
    <a:srgbClr val="203864"/>
    <a:srgbClr val="9EC3E6"/>
    <a:srgbClr val="A9D18E"/>
    <a:srgbClr val="F4B1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FE0F8B-A2D6-7D4B-AF52-8603CC19410F}" v="82" dt="2025-09-24T17:08:45.997"/>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밝은 스타일 1 - 강조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236" autoAdjust="0"/>
    <p:restoredTop sz="94686"/>
  </p:normalViewPr>
  <p:slideViewPr>
    <p:cSldViewPr snapToGrid="0">
      <p:cViewPr varScale="1">
        <p:scale>
          <a:sx n="102" d="100"/>
          <a:sy n="102" d="100"/>
        </p:scale>
        <p:origin x="1160"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85a689e334301df8" providerId="LiveId" clId="{3FA14903-6A30-45CB-94EF-C58F6C3B03B2}"/>
    <pc:docChg chg="undo redo custSel addSld modSld">
      <pc:chgData name="" userId="85a689e334301df8" providerId="LiveId" clId="{3FA14903-6A30-45CB-94EF-C58F6C3B03B2}" dt="2025-09-18T03:49:43.185" v="170" actId="20577"/>
      <pc:docMkLst>
        <pc:docMk/>
      </pc:docMkLst>
      <pc:sldChg chg="addSp delSp modSp">
        <pc:chgData name="" userId="85a689e334301df8" providerId="LiveId" clId="{3FA14903-6A30-45CB-94EF-C58F6C3B03B2}" dt="2025-09-18T03:48:45.788" v="121" actId="20577"/>
        <pc:sldMkLst>
          <pc:docMk/>
          <pc:sldMk cId="3816954496" sldId="28825"/>
        </pc:sldMkLst>
        <pc:spChg chg="mod">
          <ac:chgData name="" userId="85a689e334301df8" providerId="LiveId" clId="{3FA14903-6A30-45CB-94EF-C58F6C3B03B2}" dt="2025-09-18T03:48:45.788" v="121" actId="20577"/>
          <ac:spMkLst>
            <pc:docMk/>
            <pc:sldMk cId="3816954496" sldId="28825"/>
            <ac:spMk id="6" creationId="{5EDE8335-F3D7-510C-C351-11A203D96648}"/>
          </ac:spMkLst>
        </pc:spChg>
      </pc:sldChg>
      <pc:sldChg chg="addSp delSp modSp">
        <pc:chgData name="" userId="85a689e334301df8" providerId="LiveId" clId="{3FA14903-6A30-45CB-94EF-C58F6C3B03B2}" dt="2025-09-18T03:43:24.404" v="17" actId="207"/>
        <pc:sldMkLst>
          <pc:docMk/>
          <pc:sldMk cId="4077747073" sldId="28838"/>
        </pc:sldMkLst>
        <pc:spChg chg="add">
          <ac:chgData name="" userId="85a689e334301df8" providerId="LiveId" clId="{3FA14903-6A30-45CB-94EF-C58F6C3B03B2}" dt="2025-09-18T03:43:01.876" v="11"/>
          <ac:spMkLst>
            <pc:docMk/>
            <pc:sldMk cId="4077747073" sldId="28838"/>
            <ac:spMk id="7" creationId="{C91CC7E2-E518-4CA8-B09E-C01FD0BF845C}"/>
          </ac:spMkLst>
        </pc:spChg>
        <pc:graphicFrameChg chg="add mod modGraphic">
          <ac:chgData name="" userId="85a689e334301df8" providerId="LiveId" clId="{3FA14903-6A30-45CB-94EF-C58F6C3B03B2}" dt="2025-09-18T03:43:24.404" v="17" actId="207"/>
          <ac:graphicFrameMkLst>
            <pc:docMk/>
            <pc:sldMk cId="4077747073" sldId="28838"/>
            <ac:graphicFrameMk id="8" creationId="{17B365CE-D525-4343-A97E-4DC492A3C409}"/>
          </ac:graphicFrameMkLst>
        </pc:graphicFrameChg>
      </pc:sldChg>
      <pc:sldChg chg="modSp add">
        <pc:chgData name="" userId="85a689e334301df8" providerId="LiveId" clId="{3FA14903-6A30-45CB-94EF-C58F6C3B03B2}" dt="2025-09-18T03:49:43.185" v="170" actId="20577"/>
        <pc:sldMkLst>
          <pc:docMk/>
          <pc:sldMk cId="2509548906" sldId="28839"/>
        </pc:sldMkLst>
        <pc:spChg chg="mod">
          <ac:chgData name="" userId="85a689e334301df8" providerId="LiveId" clId="{3FA14903-6A30-45CB-94EF-C58F6C3B03B2}" dt="2025-09-18T03:49:43.185" v="170" actId="20577"/>
          <ac:spMkLst>
            <pc:docMk/>
            <pc:sldMk cId="2509548906" sldId="28839"/>
            <ac:spMk id="6" creationId="{5EDE8335-F3D7-510C-C351-11A203D96648}"/>
          </ac:spMkLst>
        </pc:spChg>
      </pc:sldChg>
    </pc:docChg>
  </pc:docChgLst>
  <pc:docChgLst>
    <pc:chgData name="희정 황" userId="85a689e334301df8" providerId="LiveId" clId="{40808AB2-445C-5810-9183-34EE3EAB62F2}"/>
    <pc:docChg chg="undo custSel addSld delSld modSld">
      <pc:chgData name="희정 황" userId="85a689e334301df8" providerId="LiveId" clId="{40808AB2-445C-5810-9183-34EE3EAB62F2}" dt="2025-09-25T04:38:28.694" v="4616" actId="20577"/>
      <pc:docMkLst>
        <pc:docMk/>
      </pc:docMkLst>
      <pc:sldChg chg="modSp mod">
        <pc:chgData name="희정 황" userId="85a689e334301df8" providerId="LiveId" clId="{40808AB2-445C-5810-9183-34EE3EAB62F2}" dt="2025-09-25T04:38:28.694" v="4616" actId="20577"/>
        <pc:sldMkLst>
          <pc:docMk/>
          <pc:sldMk cId="418110208" sldId="28676"/>
        </pc:sldMkLst>
        <pc:spChg chg="mod">
          <ac:chgData name="희정 황" userId="85a689e334301df8" providerId="LiveId" clId="{40808AB2-445C-5810-9183-34EE3EAB62F2}" dt="2025-09-25T04:38:28.694" v="4616" actId="20577"/>
          <ac:spMkLst>
            <pc:docMk/>
            <pc:sldMk cId="418110208" sldId="28676"/>
            <ac:spMk id="8" creationId="{8F11A6FE-D57C-4621-8347-7C9CAD77D50F}"/>
          </ac:spMkLst>
        </pc:spChg>
      </pc:sldChg>
      <pc:sldChg chg="modSp mod">
        <pc:chgData name="희정 황" userId="85a689e334301df8" providerId="LiveId" clId="{40808AB2-445C-5810-9183-34EE3EAB62F2}" dt="2025-09-24T15:36:37.143" v="2657" actId="20577"/>
        <pc:sldMkLst>
          <pc:docMk/>
          <pc:sldMk cId="3816954496" sldId="28825"/>
        </pc:sldMkLst>
        <pc:spChg chg="mod">
          <ac:chgData name="희정 황" userId="85a689e334301df8" providerId="LiveId" clId="{40808AB2-445C-5810-9183-34EE3EAB62F2}" dt="2025-09-24T15:36:37.143" v="2657" actId="20577"/>
          <ac:spMkLst>
            <pc:docMk/>
            <pc:sldMk cId="3816954496" sldId="28825"/>
            <ac:spMk id="6" creationId="{5EDE8335-F3D7-510C-C351-11A203D96648}"/>
          </ac:spMkLst>
        </pc:spChg>
      </pc:sldChg>
      <pc:sldChg chg="modSp mod">
        <pc:chgData name="희정 황" userId="85a689e334301df8" providerId="LiveId" clId="{40808AB2-445C-5810-9183-34EE3EAB62F2}" dt="2025-09-24T15:06:19.421" v="1841" actId="20577"/>
        <pc:sldMkLst>
          <pc:docMk/>
          <pc:sldMk cId="4077747073" sldId="28838"/>
        </pc:sldMkLst>
        <pc:spChg chg="mod">
          <ac:chgData name="희정 황" userId="85a689e334301df8" providerId="LiveId" clId="{40808AB2-445C-5810-9183-34EE3EAB62F2}" dt="2025-09-24T15:06:19.421" v="1841" actId="20577"/>
          <ac:spMkLst>
            <pc:docMk/>
            <pc:sldMk cId="4077747073" sldId="28838"/>
            <ac:spMk id="7" creationId="{C91CC7E2-E518-4CA8-B09E-C01FD0BF845C}"/>
          </ac:spMkLst>
        </pc:spChg>
        <pc:graphicFrameChg chg="mod modGraphic">
          <ac:chgData name="희정 황" userId="85a689e334301df8" providerId="LiveId" clId="{40808AB2-445C-5810-9183-34EE3EAB62F2}" dt="2025-09-24T15:03:38.369" v="1517" actId="1076"/>
          <ac:graphicFrameMkLst>
            <pc:docMk/>
            <pc:sldMk cId="4077747073" sldId="28838"/>
            <ac:graphicFrameMk id="8" creationId="{17B365CE-D525-4343-A97E-4DC492A3C409}"/>
          </ac:graphicFrameMkLst>
        </pc:graphicFrameChg>
      </pc:sldChg>
      <pc:sldChg chg="modSp mod">
        <pc:chgData name="희정 황" userId="85a689e334301df8" providerId="LiveId" clId="{40808AB2-445C-5810-9183-34EE3EAB62F2}" dt="2025-09-24T16:42:10.556" v="3844" actId="113"/>
        <pc:sldMkLst>
          <pc:docMk/>
          <pc:sldMk cId="2509548906" sldId="28839"/>
        </pc:sldMkLst>
        <pc:spChg chg="mod">
          <ac:chgData name="희정 황" userId="85a689e334301df8" providerId="LiveId" clId="{40808AB2-445C-5810-9183-34EE3EAB62F2}" dt="2025-09-24T16:42:10.556" v="3844" actId="113"/>
          <ac:spMkLst>
            <pc:docMk/>
            <pc:sldMk cId="2509548906" sldId="28839"/>
            <ac:spMk id="6" creationId="{5EDE8335-F3D7-510C-C351-11A203D96648}"/>
          </ac:spMkLst>
        </pc:spChg>
      </pc:sldChg>
      <pc:sldChg chg="addSp delSp modSp mod">
        <pc:chgData name="희정 황" userId="85a689e334301df8" providerId="LiveId" clId="{40808AB2-445C-5810-9183-34EE3EAB62F2}" dt="2025-09-24T16:46:26.081" v="3995" actId="1076"/>
        <pc:sldMkLst>
          <pc:docMk/>
          <pc:sldMk cId="1958424820" sldId="28840"/>
        </pc:sldMkLst>
        <pc:spChg chg="add mod">
          <ac:chgData name="희정 황" userId="85a689e334301df8" providerId="LiveId" clId="{40808AB2-445C-5810-9183-34EE3EAB62F2}" dt="2025-09-24T16:46:26.081" v="3995" actId="1076"/>
          <ac:spMkLst>
            <pc:docMk/>
            <pc:sldMk cId="1958424820" sldId="28840"/>
            <ac:spMk id="5" creationId="{41B00E25-9482-A4FF-5EF0-E53F53078541}"/>
          </ac:spMkLst>
        </pc:spChg>
        <pc:spChg chg="mod">
          <ac:chgData name="희정 황" userId="85a689e334301df8" providerId="LiveId" clId="{40808AB2-445C-5810-9183-34EE3EAB62F2}" dt="2025-09-24T16:42:50.726" v="3848" actId="20577"/>
          <ac:spMkLst>
            <pc:docMk/>
            <pc:sldMk cId="1958424820" sldId="28840"/>
            <ac:spMk id="6" creationId="{A126C932-3845-E0F5-C400-D3A855141FD7}"/>
          </ac:spMkLst>
        </pc:spChg>
        <pc:graphicFrameChg chg="del">
          <ac:chgData name="희정 황" userId="85a689e334301df8" providerId="LiveId" clId="{40808AB2-445C-5810-9183-34EE3EAB62F2}" dt="2025-09-24T16:42:52.667" v="3849" actId="478"/>
          <ac:graphicFrameMkLst>
            <pc:docMk/>
            <pc:sldMk cId="1958424820" sldId="28840"/>
            <ac:graphicFrameMk id="7" creationId="{0EC85D35-145C-577F-8A85-5D3E686DFCAA}"/>
          </ac:graphicFrameMkLst>
        </pc:graphicFrameChg>
        <pc:picChg chg="add mod">
          <ac:chgData name="희정 황" userId="85a689e334301df8" providerId="LiveId" clId="{40808AB2-445C-5810-9183-34EE3EAB62F2}" dt="2025-09-24T16:44:53.911" v="3900" actId="1076"/>
          <ac:picMkLst>
            <pc:docMk/>
            <pc:sldMk cId="1958424820" sldId="28840"/>
            <ac:picMk id="1026" creationId="{5314FE5C-E4A3-7CF3-1E59-008A698CE19E}"/>
          </ac:picMkLst>
        </pc:picChg>
      </pc:sldChg>
      <pc:sldChg chg="addSp delSp modSp mod">
        <pc:chgData name="희정 황" userId="85a689e334301df8" providerId="LiveId" clId="{40808AB2-445C-5810-9183-34EE3EAB62F2}" dt="2025-09-24T17:00:41.220" v="4451" actId="14100"/>
        <pc:sldMkLst>
          <pc:docMk/>
          <pc:sldMk cId="3381414728" sldId="28841"/>
        </pc:sldMkLst>
        <pc:spChg chg="del mod">
          <ac:chgData name="희정 황" userId="85a689e334301df8" providerId="LiveId" clId="{40808AB2-445C-5810-9183-34EE3EAB62F2}" dt="2025-09-24T16:53:14.445" v="4108" actId="21"/>
          <ac:spMkLst>
            <pc:docMk/>
            <pc:sldMk cId="3381414728" sldId="28841"/>
            <ac:spMk id="5" creationId="{30B3FC84-B3CF-16A5-71CB-BFF2098082A1}"/>
          </ac:spMkLst>
        </pc:spChg>
        <pc:spChg chg="add mod">
          <ac:chgData name="희정 황" userId="85a689e334301df8" providerId="LiveId" clId="{40808AB2-445C-5810-9183-34EE3EAB62F2}" dt="2025-09-24T17:00:41.220" v="4451" actId="14100"/>
          <ac:spMkLst>
            <pc:docMk/>
            <pc:sldMk cId="3381414728" sldId="28841"/>
            <ac:spMk id="7" creationId="{7C6511C1-6953-60D7-61AE-F8F186779F45}"/>
          </ac:spMkLst>
        </pc:spChg>
        <pc:spChg chg="add del mod">
          <ac:chgData name="희정 황" userId="85a689e334301df8" providerId="LiveId" clId="{40808AB2-445C-5810-9183-34EE3EAB62F2}" dt="2025-09-24T16:53:17.063" v="4110" actId="478"/>
          <ac:spMkLst>
            <pc:docMk/>
            <pc:sldMk cId="3381414728" sldId="28841"/>
            <ac:spMk id="8" creationId="{8D983911-5EE8-A4C2-A25E-E2B1BF74F214}"/>
          </ac:spMkLst>
        </pc:spChg>
        <pc:spChg chg="add mod">
          <ac:chgData name="희정 황" userId="85a689e334301df8" providerId="LiveId" clId="{40808AB2-445C-5810-9183-34EE3EAB62F2}" dt="2025-09-24T17:00:30.094" v="4449" actId="12788"/>
          <ac:spMkLst>
            <pc:docMk/>
            <pc:sldMk cId="3381414728" sldId="28841"/>
            <ac:spMk id="9" creationId="{B60706D7-F1AF-5392-5ECD-12316CBBF794}"/>
          </ac:spMkLst>
        </pc:spChg>
        <pc:spChg chg="add mod">
          <ac:chgData name="희정 황" userId="85a689e334301df8" providerId="LiveId" clId="{40808AB2-445C-5810-9183-34EE3EAB62F2}" dt="2025-09-24T17:00:37.661" v="4450" actId="14100"/>
          <ac:spMkLst>
            <pc:docMk/>
            <pc:sldMk cId="3381414728" sldId="28841"/>
            <ac:spMk id="12" creationId="{FD5F8F30-CA0B-4649-D8EE-D96C7CFC4068}"/>
          </ac:spMkLst>
        </pc:spChg>
        <pc:picChg chg="add mod">
          <ac:chgData name="희정 황" userId="85a689e334301df8" providerId="LiveId" clId="{40808AB2-445C-5810-9183-34EE3EAB62F2}" dt="2025-09-24T16:53:05.925" v="4106" actId="1076"/>
          <ac:picMkLst>
            <pc:docMk/>
            <pc:sldMk cId="3381414728" sldId="28841"/>
            <ac:picMk id="4" creationId="{0A5618E4-4CDD-520E-BC78-CABD8387C23C}"/>
          </ac:picMkLst>
        </pc:picChg>
        <pc:picChg chg="add del mod">
          <ac:chgData name="희정 황" userId="85a689e334301df8" providerId="LiveId" clId="{40808AB2-445C-5810-9183-34EE3EAB62F2}" dt="2025-09-24T16:58:53.789" v="4413" actId="21"/>
          <ac:picMkLst>
            <pc:docMk/>
            <pc:sldMk cId="3381414728" sldId="28841"/>
            <ac:picMk id="10" creationId="{B1E5AA45-5561-CF4D-903F-D5342F8B4916}"/>
          </ac:picMkLst>
        </pc:picChg>
        <pc:picChg chg="add del mod">
          <ac:chgData name="희정 황" userId="85a689e334301df8" providerId="LiveId" clId="{40808AB2-445C-5810-9183-34EE3EAB62F2}" dt="2025-09-24T16:59:27.343" v="4422" actId="21"/>
          <ac:picMkLst>
            <pc:docMk/>
            <pc:sldMk cId="3381414728" sldId="28841"/>
            <ac:picMk id="11" creationId="{2DB67352-F255-47ED-2A02-5BA5CBB1C5F8}"/>
          </ac:picMkLst>
        </pc:picChg>
      </pc:sldChg>
      <pc:sldChg chg="del">
        <pc:chgData name="희정 황" userId="85a689e334301df8" providerId="LiveId" clId="{40808AB2-445C-5810-9183-34EE3EAB62F2}" dt="2025-09-24T17:01:43.719" v="4452" actId="2696"/>
        <pc:sldMkLst>
          <pc:docMk/>
          <pc:sldMk cId="898509601" sldId="28842"/>
        </pc:sldMkLst>
      </pc:sldChg>
      <pc:sldChg chg="addSp delSp modSp mod">
        <pc:chgData name="희정 황" userId="85a689e334301df8" providerId="LiveId" clId="{40808AB2-445C-5810-9183-34EE3EAB62F2}" dt="2025-09-24T17:06:50.371" v="4579" actId="5793"/>
        <pc:sldMkLst>
          <pc:docMk/>
          <pc:sldMk cId="3129227507" sldId="28843"/>
        </pc:sldMkLst>
        <pc:spChg chg="del mod">
          <ac:chgData name="희정 황" userId="85a689e334301df8" providerId="LiveId" clId="{40808AB2-445C-5810-9183-34EE3EAB62F2}" dt="2025-09-24T17:02:51.549" v="4479" actId="478"/>
          <ac:spMkLst>
            <pc:docMk/>
            <pc:sldMk cId="3129227507" sldId="28843"/>
            <ac:spMk id="5" creationId="{CA114593-5D0F-0D90-C4DB-31DBC43C17A1}"/>
          </ac:spMkLst>
        </pc:spChg>
        <pc:spChg chg="mod">
          <ac:chgData name="희정 황" userId="85a689e334301df8" providerId="LiveId" clId="{40808AB2-445C-5810-9183-34EE3EAB62F2}" dt="2025-09-24T17:05:42.860" v="4551" actId="27636"/>
          <ac:spMkLst>
            <pc:docMk/>
            <pc:sldMk cId="3129227507" sldId="28843"/>
            <ac:spMk id="6" creationId="{2E886467-7390-1BED-DF1B-9207FEE66402}"/>
          </ac:spMkLst>
        </pc:spChg>
        <pc:spChg chg="add mod">
          <ac:chgData name="희정 황" userId="85a689e334301df8" providerId="LiveId" clId="{40808AB2-445C-5810-9183-34EE3EAB62F2}" dt="2025-09-24T17:06:50.371" v="4579" actId="5793"/>
          <ac:spMkLst>
            <pc:docMk/>
            <pc:sldMk cId="3129227507" sldId="28843"/>
            <ac:spMk id="7" creationId="{76505C8F-0AE1-B925-65A1-20284747BD75}"/>
          </ac:spMkLst>
        </pc:spChg>
      </pc:sldChg>
      <pc:sldChg chg="delSp modSp mod">
        <pc:chgData name="희정 황" userId="85a689e334301df8" providerId="LiveId" clId="{40808AB2-445C-5810-9183-34EE3EAB62F2}" dt="2025-09-24T17:09:06.840" v="4614" actId="2710"/>
        <pc:sldMkLst>
          <pc:docMk/>
          <pc:sldMk cId="1561257591" sldId="28844"/>
        </pc:sldMkLst>
        <pc:spChg chg="del mod">
          <ac:chgData name="희정 황" userId="85a689e334301df8" providerId="LiveId" clId="{40808AB2-445C-5810-9183-34EE3EAB62F2}" dt="2025-09-24T17:08:47.977" v="4600" actId="478"/>
          <ac:spMkLst>
            <pc:docMk/>
            <pc:sldMk cId="1561257591" sldId="28844"/>
            <ac:spMk id="5" creationId="{3253A5C6-B5DB-302A-80FA-27FECA5ACCC3}"/>
          </ac:spMkLst>
        </pc:spChg>
        <pc:spChg chg="mod">
          <ac:chgData name="희정 황" userId="85a689e334301df8" providerId="LiveId" clId="{40808AB2-445C-5810-9183-34EE3EAB62F2}" dt="2025-09-24T17:09:06.840" v="4614" actId="2710"/>
          <ac:spMkLst>
            <pc:docMk/>
            <pc:sldMk cId="1561257591" sldId="28844"/>
            <ac:spMk id="6" creationId="{FC5A5E62-1AAA-648D-077B-15DC3BF11E4E}"/>
          </ac:spMkLst>
        </pc:spChg>
      </pc:sldChg>
      <pc:sldChg chg="addSp modSp add mod">
        <pc:chgData name="희정 황" userId="85a689e334301df8" providerId="LiveId" clId="{40808AB2-445C-5810-9183-34EE3EAB62F2}" dt="2025-09-24T16:48:35.514" v="4100" actId="20577"/>
        <pc:sldMkLst>
          <pc:docMk/>
          <pc:sldMk cId="2484907915" sldId="28845"/>
        </pc:sldMkLst>
        <pc:graphicFrameChg chg="mod modGraphic">
          <ac:chgData name="희정 황" userId="85a689e334301df8" providerId="LiveId" clId="{40808AB2-445C-5810-9183-34EE3EAB62F2}" dt="2025-09-24T16:48:35.514" v="4100" actId="20577"/>
          <ac:graphicFrameMkLst>
            <pc:docMk/>
            <pc:sldMk cId="2484907915" sldId="28845"/>
            <ac:graphicFrameMk id="7" creationId="{A49E83D2-9137-D796-73D1-AC300B56F765}"/>
          </ac:graphicFrameMkLst>
        </pc:graphicFrameChg>
        <pc:picChg chg="add mod">
          <ac:chgData name="희정 황" userId="85a689e334301df8" providerId="LiveId" clId="{40808AB2-445C-5810-9183-34EE3EAB62F2}" dt="2025-09-24T16:47:53.809" v="4040" actId="1076"/>
          <ac:picMkLst>
            <pc:docMk/>
            <pc:sldMk cId="2484907915" sldId="28845"/>
            <ac:picMk id="2050" creationId="{61C22CB1-5FB9-319A-1DC3-C3ADD116351E}"/>
          </ac:picMkLst>
        </pc:picChg>
      </pc:sldChg>
      <pc:sldChg chg="addSp delSp modSp add mod">
        <pc:chgData name="희정 황" userId="85a689e334301df8" providerId="LiveId" clId="{40808AB2-445C-5810-9183-34EE3EAB62F2}" dt="2025-09-24T16:59:33.464" v="4425" actId="1076"/>
        <pc:sldMkLst>
          <pc:docMk/>
          <pc:sldMk cId="2460113048" sldId="28846"/>
        </pc:sldMkLst>
        <pc:spChg chg="del">
          <ac:chgData name="희정 황" userId="85a689e334301df8" providerId="LiveId" clId="{40808AB2-445C-5810-9183-34EE3EAB62F2}" dt="2025-09-24T16:59:30.757" v="4424" actId="478"/>
          <ac:spMkLst>
            <pc:docMk/>
            <pc:sldMk cId="2460113048" sldId="28846"/>
            <ac:spMk id="7" creationId="{D29AF6AB-64A6-C122-7900-A05A65DE2AE4}"/>
          </ac:spMkLst>
        </pc:spChg>
        <pc:spChg chg="mod">
          <ac:chgData name="희정 황" userId="85a689e334301df8" providerId="LiveId" clId="{40808AB2-445C-5810-9183-34EE3EAB62F2}" dt="2025-09-24T16:59:33.464" v="4425" actId="1076"/>
          <ac:spMkLst>
            <pc:docMk/>
            <pc:sldMk cId="2460113048" sldId="28846"/>
            <ac:spMk id="9" creationId="{31D2CBD7-ACAE-05B2-728A-89E4C6EA4BDD}"/>
          </ac:spMkLst>
        </pc:spChg>
        <pc:picChg chg="del">
          <ac:chgData name="희정 황" userId="85a689e334301df8" providerId="LiveId" clId="{40808AB2-445C-5810-9183-34EE3EAB62F2}" dt="2025-09-24T16:58:58.150" v="4415" actId="478"/>
          <ac:picMkLst>
            <pc:docMk/>
            <pc:sldMk cId="2460113048" sldId="28846"/>
            <ac:picMk id="4" creationId="{92AB1D84-91CE-5D39-71B5-F7739811B265}"/>
          </ac:picMkLst>
        </pc:picChg>
        <pc:picChg chg="add del mod">
          <ac:chgData name="희정 황" userId="85a689e334301df8" providerId="LiveId" clId="{40808AB2-445C-5810-9183-34EE3EAB62F2}" dt="2025-09-24T16:59:03.696" v="4417" actId="21"/>
          <ac:picMkLst>
            <pc:docMk/>
            <pc:sldMk cId="2460113048" sldId="28846"/>
            <ac:picMk id="5" creationId="{5EB4865F-BD24-5BEB-F8E0-D66244B90C71}"/>
          </ac:picMkLst>
        </pc:picChg>
        <pc:picChg chg="add mod">
          <ac:chgData name="희정 황" userId="85a689e334301df8" providerId="LiveId" clId="{40808AB2-445C-5810-9183-34EE3EAB62F2}" dt="2025-09-24T16:59:28.348" v="4423"/>
          <ac:picMkLst>
            <pc:docMk/>
            <pc:sldMk cId="2460113048" sldId="28846"/>
            <ac:picMk id="8" creationId="{06C0A3B3-8C80-A0EF-84B7-6C8F79CE2715}"/>
          </ac:picMkLst>
        </pc:picChg>
      </pc:sldChg>
      <pc:sldChg chg="modSp add del mod">
        <pc:chgData name="희정 황" userId="85a689e334301df8" providerId="LiveId" clId="{40808AB2-445C-5810-9183-34EE3EAB62F2}" dt="2025-09-24T17:07:27.992" v="4580" actId="2696"/>
        <pc:sldMkLst>
          <pc:docMk/>
          <pc:sldMk cId="841912247" sldId="28847"/>
        </pc:sldMkLst>
        <pc:spChg chg="mod">
          <ac:chgData name="희정 황" userId="85a689e334301df8" providerId="LiveId" clId="{40808AB2-445C-5810-9183-34EE3EAB62F2}" dt="2025-09-24T17:03:37.088" v="4503" actId="21"/>
          <ac:spMkLst>
            <pc:docMk/>
            <pc:sldMk cId="841912247" sldId="28847"/>
            <ac:spMk id="6" creationId="{FC2D99D5-46D0-F538-45A2-D4E94F209C50}"/>
          </ac:spMkLst>
        </pc:spChg>
      </pc:sldChg>
    </pc:docChg>
  </pc:docChgLst>
  <pc:docChgLst>
    <pc:chgData name="희정 황" userId="85a689e334301df8" providerId="LiveId" clId="{05FE0F8B-A2D6-7D4B-AF52-8603CC19410F}"/>
    <pc:docChg chg="undo custSel addSld delSld modSld">
      <pc:chgData name="희정 황" userId="85a689e334301df8" providerId="LiveId" clId="{05FE0F8B-A2D6-7D4B-AF52-8603CC19410F}" dt="2025-09-18T13:22:48.185" v="378"/>
      <pc:docMkLst>
        <pc:docMk/>
      </pc:docMkLst>
      <pc:sldChg chg="del">
        <pc:chgData name="희정 황" userId="85a689e334301df8" providerId="LiveId" clId="{05FE0F8B-A2D6-7D4B-AF52-8603CC19410F}" dt="2025-09-18T12:19:14.893" v="98" actId="2696"/>
        <pc:sldMkLst>
          <pc:docMk/>
          <pc:sldMk cId="3852659953" sldId="28826"/>
        </pc:sldMkLst>
      </pc:sldChg>
      <pc:sldChg chg="del">
        <pc:chgData name="희정 황" userId="85a689e334301df8" providerId="LiveId" clId="{05FE0F8B-A2D6-7D4B-AF52-8603CC19410F}" dt="2025-09-18T12:19:15.393" v="99" actId="2696"/>
        <pc:sldMkLst>
          <pc:docMk/>
          <pc:sldMk cId="2305255859" sldId="28827"/>
        </pc:sldMkLst>
      </pc:sldChg>
      <pc:sldChg chg="del">
        <pc:chgData name="희정 황" userId="85a689e334301df8" providerId="LiveId" clId="{05FE0F8B-A2D6-7D4B-AF52-8603CC19410F}" dt="2025-09-18T12:19:15.780" v="100" actId="2696"/>
        <pc:sldMkLst>
          <pc:docMk/>
          <pc:sldMk cId="2927133837" sldId="28828"/>
        </pc:sldMkLst>
      </pc:sldChg>
      <pc:sldChg chg="del">
        <pc:chgData name="희정 황" userId="85a689e334301df8" providerId="LiveId" clId="{05FE0F8B-A2D6-7D4B-AF52-8603CC19410F}" dt="2025-09-18T12:19:16.376" v="102" actId="2696"/>
        <pc:sldMkLst>
          <pc:docMk/>
          <pc:sldMk cId="965971106" sldId="28829"/>
        </pc:sldMkLst>
      </pc:sldChg>
      <pc:sldChg chg="del">
        <pc:chgData name="희정 황" userId="85a689e334301df8" providerId="LiveId" clId="{05FE0F8B-A2D6-7D4B-AF52-8603CC19410F}" dt="2025-09-18T12:19:16.148" v="101" actId="2696"/>
        <pc:sldMkLst>
          <pc:docMk/>
          <pc:sldMk cId="3827352204" sldId="28830"/>
        </pc:sldMkLst>
      </pc:sldChg>
      <pc:sldChg chg="del">
        <pc:chgData name="희정 황" userId="85a689e334301df8" providerId="LiveId" clId="{05FE0F8B-A2D6-7D4B-AF52-8603CC19410F}" dt="2025-09-18T12:19:16.555" v="103" actId="2696"/>
        <pc:sldMkLst>
          <pc:docMk/>
          <pc:sldMk cId="1047571097" sldId="28831"/>
        </pc:sldMkLst>
      </pc:sldChg>
      <pc:sldChg chg="del">
        <pc:chgData name="희정 황" userId="85a689e334301df8" providerId="LiveId" clId="{05FE0F8B-A2D6-7D4B-AF52-8603CC19410F}" dt="2025-09-18T12:19:16.935" v="105" actId="2696"/>
        <pc:sldMkLst>
          <pc:docMk/>
          <pc:sldMk cId="2173842970" sldId="28832"/>
        </pc:sldMkLst>
      </pc:sldChg>
      <pc:sldChg chg="del">
        <pc:chgData name="희정 황" userId="85a689e334301df8" providerId="LiveId" clId="{05FE0F8B-A2D6-7D4B-AF52-8603CC19410F}" dt="2025-09-18T12:19:16.726" v="104" actId="2696"/>
        <pc:sldMkLst>
          <pc:docMk/>
          <pc:sldMk cId="211061034" sldId="28833"/>
        </pc:sldMkLst>
      </pc:sldChg>
      <pc:sldChg chg="del">
        <pc:chgData name="희정 황" userId="85a689e334301df8" providerId="LiveId" clId="{05FE0F8B-A2D6-7D4B-AF52-8603CC19410F}" dt="2025-09-18T12:19:17.300" v="106" actId="2696"/>
        <pc:sldMkLst>
          <pc:docMk/>
          <pc:sldMk cId="2642852794" sldId="28834"/>
        </pc:sldMkLst>
      </pc:sldChg>
      <pc:sldChg chg="del">
        <pc:chgData name="희정 황" userId="85a689e334301df8" providerId="LiveId" clId="{05FE0F8B-A2D6-7D4B-AF52-8603CC19410F}" dt="2025-09-18T12:19:17.589" v="107" actId="2696"/>
        <pc:sldMkLst>
          <pc:docMk/>
          <pc:sldMk cId="1845036324" sldId="28835"/>
        </pc:sldMkLst>
      </pc:sldChg>
      <pc:sldChg chg="del">
        <pc:chgData name="희정 황" userId="85a689e334301df8" providerId="LiveId" clId="{05FE0F8B-A2D6-7D4B-AF52-8603CC19410F}" dt="2025-09-18T12:19:17.824" v="108" actId="2696"/>
        <pc:sldMkLst>
          <pc:docMk/>
          <pc:sldMk cId="3754676716" sldId="28837"/>
        </pc:sldMkLst>
      </pc:sldChg>
      <pc:sldChg chg="modSp mod">
        <pc:chgData name="희정 황" userId="85a689e334301df8" providerId="LiveId" clId="{05FE0F8B-A2D6-7D4B-AF52-8603CC19410F}" dt="2025-09-18T12:19:01.820" v="96" actId="20577"/>
        <pc:sldMkLst>
          <pc:docMk/>
          <pc:sldMk cId="2509548906" sldId="28839"/>
        </pc:sldMkLst>
        <pc:spChg chg="mod">
          <ac:chgData name="희정 황" userId="85a689e334301df8" providerId="LiveId" clId="{05FE0F8B-A2D6-7D4B-AF52-8603CC19410F}" dt="2025-09-18T12:19:01.820" v="96" actId="20577"/>
          <ac:spMkLst>
            <pc:docMk/>
            <pc:sldMk cId="2509548906" sldId="28839"/>
            <ac:spMk id="6" creationId="{5EDE8335-F3D7-510C-C351-11A203D96648}"/>
          </ac:spMkLst>
        </pc:spChg>
      </pc:sldChg>
      <pc:sldChg chg="add del">
        <pc:chgData name="희정 황" userId="85a689e334301df8" providerId="LiveId" clId="{05FE0F8B-A2D6-7D4B-AF52-8603CC19410F}" dt="2025-09-18T12:19:18.056" v="109" actId="2696"/>
        <pc:sldMkLst>
          <pc:docMk/>
          <pc:sldMk cId="1287129157" sldId="28840"/>
        </pc:sldMkLst>
      </pc:sldChg>
      <pc:sldChg chg="addSp delSp modSp add mod">
        <pc:chgData name="희정 황" userId="85a689e334301df8" providerId="LiveId" clId="{05FE0F8B-A2D6-7D4B-AF52-8603CC19410F}" dt="2025-09-18T12:23:54.948" v="315" actId="122"/>
        <pc:sldMkLst>
          <pc:docMk/>
          <pc:sldMk cId="1958424820" sldId="28840"/>
        </pc:sldMkLst>
        <pc:spChg chg="mod">
          <ac:chgData name="희정 황" userId="85a689e334301df8" providerId="LiveId" clId="{05FE0F8B-A2D6-7D4B-AF52-8603CC19410F}" dt="2025-09-18T12:19:26.194" v="119" actId="20577"/>
          <ac:spMkLst>
            <pc:docMk/>
            <pc:sldMk cId="1958424820" sldId="28840"/>
            <ac:spMk id="2" creationId="{FB08258E-89A3-5070-F746-5AAB31F0E4B4}"/>
          </ac:spMkLst>
        </pc:spChg>
        <pc:spChg chg="mod">
          <ac:chgData name="희정 황" userId="85a689e334301df8" providerId="LiveId" clId="{05FE0F8B-A2D6-7D4B-AF52-8603CC19410F}" dt="2025-09-18T12:20:53.128" v="185" actId="27636"/>
          <ac:spMkLst>
            <pc:docMk/>
            <pc:sldMk cId="1958424820" sldId="28840"/>
            <ac:spMk id="6" creationId="{A126C932-3845-E0F5-C400-D3A855141FD7}"/>
          </ac:spMkLst>
        </pc:spChg>
      </pc:sldChg>
      <pc:sldChg chg="addSp delSp modSp add mod">
        <pc:chgData name="희정 황" userId="85a689e334301df8" providerId="LiveId" clId="{05FE0F8B-A2D6-7D4B-AF52-8603CC19410F}" dt="2025-09-18T13:22:21.073" v="340"/>
        <pc:sldMkLst>
          <pc:docMk/>
          <pc:sldMk cId="3381414728" sldId="28841"/>
        </pc:sldMkLst>
      </pc:sldChg>
      <pc:sldChg chg="modSp add mod">
        <pc:chgData name="희정 황" userId="85a689e334301df8" providerId="LiveId" clId="{05FE0F8B-A2D6-7D4B-AF52-8603CC19410F}" dt="2025-09-18T13:22:18.336" v="338"/>
        <pc:sldMkLst>
          <pc:docMk/>
          <pc:sldMk cId="898509601" sldId="28842"/>
        </pc:sldMkLst>
      </pc:sldChg>
      <pc:sldChg chg="modSp add mod">
        <pc:chgData name="희정 황" userId="85a689e334301df8" providerId="LiveId" clId="{05FE0F8B-A2D6-7D4B-AF52-8603CC19410F}" dt="2025-09-18T13:22:15.626" v="336" actId="14100"/>
        <pc:sldMkLst>
          <pc:docMk/>
          <pc:sldMk cId="3129227507" sldId="28843"/>
        </pc:sldMkLst>
        <pc:spChg chg="mod">
          <ac:chgData name="희정 황" userId="85a689e334301df8" providerId="LiveId" clId="{05FE0F8B-A2D6-7D4B-AF52-8603CC19410F}" dt="2025-09-18T13:21:56.562" v="332" actId="20577"/>
          <ac:spMkLst>
            <pc:docMk/>
            <pc:sldMk cId="3129227507" sldId="28843"/>
            <ac:spMk id="2" creationId="{C5FAD4B2-5B9D-6288-5B45-D60BDF6E02D6}"/>
          </ac:spMkLst>
        </pc:spChg>
      </pc:sldChg>
      <pc:sldChg chg="modSp add mod">
        <pc:chgData name="희정 황" userId="85a689e334301df8" providerId="LiveId" clId="{05FE0F8B-A2D6-7D4B-AF52-8603CC19410F}" dt="2025-09-18T13:22:48.185" v="378"/>
        <pc:sldMkLst>
          <pc:docMk/>
          <pc:sldMk cId="1561257591" sldId="28844"/>
        </pc:sldMkLst>
        <pc:spChg chg="mod">
          <ac:chgData name="희정 황" userId="85a689e334301df8" providerId="LiveId" clId="{05FE0F8B-A2D6-7D4B-AF52-8603CC19410F}" dt="2025-09-18T13:22:37.142" v="375" actId="20577"/>
          <ac:spMkLst>
            <pc:docMk/>
            <pc:sldMk cId="1561257591" sldId="28844"/>
            <ac:spMk id="6" creationId="{FC5A5E62-1AAA-648D-077B-15DC3BF11E4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33ABD1-63C6-43F1-A438-C414A0FF5CA8}" type="datetimeFigureOut">
              <a:rPr lang="ko-KR" altLang="en-US" smtClean="0"/>
              <a:t>2025. 9. 25.</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2C2183-9117-4FA0-884E-E75A43825CE7}" type="slidenum">
              <a:rPr lang="ko-KR" altLang="en-US" smtClean="0"/>
              <a:t>‹#›</a:t>
            </a:fld>
            <a:endParaRPr lang="ko-KR" altLang="en-US"/>
          </a:p>
        </p:txBody>
      </p:sp>
    </p:spTree>
    <p:extLst>
      <p:ext uri="{BB962C8B-B14F-4D97-AF65-F5344CB8AC3E}">
        <p14:creationId xmlns:p14="http://schemas.microsoft.com/office/powerpoint/2010/main" val="216268150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422275" y="1243013"/>
            <a:ext cx="5962650" cy="3354387"/>
          </a:xfrm>
        </p:spPr>
      </p:sp>
      <p:sp>
        <p:nvSpPr>
          <p:cNvPr id="3" name="슬라이드 노트 개체 틀 2"/>
          <p:cNvSpPr>
            <a:spLocks noGrp="1"/>
          </p:cNvSpPr>
          <p:nvPr>
            <p:ph type="body" idx="1"/>
          </p:nvPr>
        </p:nvSpPr>
        <p:spPr/>
        <p:txBody>
          <a:bodyPr/>
          <a:lstStyle/>
          <a:p>
            <a:pPr latinLnBrk="0"/>
            <a:endParaRPr lang="ko-KR" altLang="ko-KR" sz="1400" kern="1200">
              <a:solidFill>
                <a:schemeClr val="tx1"/>
              </a:solidFill>
              <a:effectLst/>
              <a:latin typeface="G마켓 산스 Medium" panose="02000000000000000000" pitchFamily="50" charset="-127"/>
              <a:ea typeface="G마켓 산스 Medium" panose="02000000000000000000" pitchFamily="50" charset="-127"/>
              <a:cs typeface="+mn-cs"/>
            </a:endParaRPr>
          </a:p>
        </p:txBody>
      </p:sp>
      <p:sp>
        <p:nvSpPr>
          <p:cNvPr id="4" name="슬라이드 번호 개체 틀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2B41C2-9AEC-4B6A-AACF-BF5D026791BF}" type="slidenum">
              <a:rPr kumimoji="0" lang="ko-KR" altLang="en-US" sz="1200" b="0" i="0" u="none" strike="noStrike" kern="1200" cap="none" spc="0" normalizeH="0" baseline="0" noProof="0" smtClean="0">
                <a:ln>
                  <a:noFill/>
                </a:ln>
                <a:solidFill>
                  <a:prstClr val="black"/>
                </a:solidFill>
                <a:effectLst/>
                <a:uLnTx/>
                <a:uFillTx/>
                <a:latin typeface="G마켓 산스 Medium" panose="02000000000000000000" pitchFamily="50" charset="-127"/>
                <a:ea typeface="G마켓 산스 Medium" panose="02000000000000000000"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ko-KR" altLang="en-US" sz="1200" b="0" i="0" u="none" strike="noStrike" kern="1200" cap="none" spc="0" normalizeH="0" baseline="0" noProof="0">
              <a:ln>
                <a:noFill/>
              </a:ln>
              <a:solidFill>
                <a:prstClr val="black"/>
              </a:solidFill>
              <a:effectLst/>
              <a:uLnTx/>
              <a:uFillTx/>
              <a:latin typeface="G마켓 산스 Medium" panose="02000000000000000000" pitchFamily="50" charset="-127"/>
              <a:ea typeface="G마켓 산스 Medium" panose="02000000000000000000" pitchFamily="50" charset="-127"/>
              <a:cs typeface="+mn-cs"/>
            </a:endParaRPr>
          </a:p>
        </p:txBody>
      </p:sp>
    </p:spTree>
    <p:extLst>
      <p:ext uri="{BB962C8B-B14F-4D97-AF65-F5344CB8AC3E}">
        <p14:creationId xmlns:p14="http://schemas.microsoft.com/office/powerpoint/2010/main" val="14153931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AE456-CDEA-E2DD-B7B0-79DEEE2A63C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1F38EAB-80EC-8B70-9622-9BA5959CA7D0}"/>
              </a:ext>
            </a:extLst>
          </p:cNvPr>
          <p:cNvSpPr>
            <a:spLocks noGrp="1" noRot="1" noChangeAspect="1"/>
          </p:cNvSpPr>
          <p:nvPr>
            <p:ph type="sldImg"/>
          </p:nvPr>
        </p:nvSpPr>
        <p:spPr>
          <a:xfrm>
            <a:off x="422275" y="1243013"/>
            <a:ext cx="5962650" cy="3354387"/>
          </a:xfrm>
        </p:spPr>
      </p:sp>
      <p:sp>
        <p:nvSpPr>
          <p:cNvPr id="3" name="슬라이드 노트 개체 틀 2">
            <a:extLst>
              <a:ext uri="{FF2B5EF4-FFF2-40B4-BE49-F238E27FC236}">
                <a16:creationId xmlns:a16="http://schemas.microsoft.com/office/drawing/2014/main" id="{0889BA27-2C9A-10CF-EA77-558F17CB17C0}"/>
              </a:ext>
            </a:extLst>
          </p:cNvPr>
          <p:cNvSpPr>
            <a:spLocks noGrp="1"/>
          </p:cNvSpPr>
          <p:nvPr>
            <p:ph type="body" idx="1"/>
          </p:nvPr>
        </p:nvSpPr>
        <p:spPr/>
        <p:txBody>
          <a:bodyPr/>
          <a:lstStyle/>
          <a:p>
            <a:pPr latinLnBrk="0"/>
            <a:endParaRPr lang="ko-KR" altLang="ko-KR" sz="1400" kern="1200">
              <a:solidFill>
                <a:schemeClr val="tx1"/>
              </a:solidFill>
              <a:effectLst/>
              <a:latin typeface="G마켓 산스 Medium" panose="02000000000000000000" pitchFamily="50" charset="-127"/>
              <a:ea typeface="G마켓 산스 Medium" panose="02000000000000000000" pitchFamily="50" charset="-127"/>
              <a:cs typeface="+mn-cs"/>
            </a:endParaRPr>
          </a:p>
        </p:txBody>
      </p:sp>
      <p:sp>
        <p:nvSpPr>
          <p:cNvPr id="4" name="슬라이드 번호 개체 틀 3">
            <a:extLst>
              <a:ext uri="{FF2B5EF4-FFF2-40B4-BE49-F238E27FC236}">
                <a16:creationId xmlns:a16="http://schemas.microsoft.com/office/drawing/2014/main" id="{1BF157EC-8DF1-DE7E-7DB7-0B5DB8BF47A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2B41C2-9AEC-4B6A-AACF-BF5D026791BF}" type="slidenum">
              <a:rPr kumimoji="0" lang="ko-KR" altLang="en-US" sz="1200" b="0" i="0" u="none" strike="noStrike" kern="1200" cap="none" spc="0" normalizeH="0" baseline="0" noProof="0" smtClean="0">
                <a:ln>
                  <a:noFill/>
                </a:ln>
                <a:solidFill>
                  <a:prstClr val="black"/>
                </a:solidFill>
                <a:effectLst/>
                <a:uLnTx/>
                <a:uFillTx/>
                <a:latin typeface="G마켓 산스 Medium" panose="02000000000000000000" pitchFamily="50" charset="-127"/>
                <a:ea typeface="G마켓 산스 Medium" panose="02000000000000000000"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ko-KR" altLang="en-US" sz="1200" b="0" i="0" u="none" strike="noStrike" kern="1200" cap="none" spc="0" normalizeH="0" baseline="0" noProof="0">
              <a:ln>
                <a:noFill/>
              </a:ln>
              <a:solidFill>
                <a:prstClr val="black"/>
              </a:solidFill>
              <a:effectLst/>
              <a:uLnTx/>
              <a:uFillTx/>
              <a:latin typeface="G마켓 산스 Medium" panose="02000000000000000000" pitchFamily="50" charset="-127"/>
              <a:ea typeface="G마켓 산스 Medium" panose="02000000000000000000" pitchFamily="50" charset="-127"/>
              <a:cs typeface="+mn-cs"/>
            </a:endParaRPr>
          </a:p>
        </p:txBody>
      </p:sp>
    </p:spTree>
    <p:extLst>
      <p:ext uri="{BB962C8B-B14F-4D97-AF65-F5344CB8AC3E}">
        <p14:creationId xmlns:p14="http://schemas.microsoft.com/office/powerpoint/2010/main" val="1389664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BE55F-309B-F25E-3AD1-312606B5762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B150E95-47EB-0702-B2A9-F57785A4885C}"/>
              </a:ext>
            </a:extLst>
          </p:cNvPr>
          <p:cNvSpPr>
            <a:spLocks noGrp="1" noRot="1" noChangeAspect="1"/>
          </p:cNvSpPr>
          <p:nvPr>
            <p:ph type="sldImg"/>
          </p:nvPr>
        </p:nvSpPr>
        <p:spPr>
          <a:xfrm>
            <a:off x="422275" y="1243013"/>
            <a:ext cx="5962650" cy="3354387"/>
          </a:xfrm>
        </p:spPr>
      </p:sp>
      <p:sp>
        <p:nvSpPr>
          <p:cNvPr id="3" name="슬라이드 노트 개체 틀 2">
            <a:extLst>
              <a:ext uri="{FF2B5EF4-FFF2-40B4-BE49-F238E27FC236}">
                <a16:creationId xmlns:a16="http://schemas.microsoft.com/office/drawing/2014/main" id="{8C89351E-161D-3C02-D006-5D6AEF03F039}"/>
              </a:ext>
            </a:extLst>
          </p:cNvPr>
          <p:cNvSpPr>
            <a:spLocks noGrp="1"/>
          </p:cNvSpPr>
          <p:nvPr>
            <p:ph type="body" idx="1"/>
          </p:nvPr>
        </p:nvSpPr>
        <p:spPr/>
        <p:txBody>
          <a:bodyPr/>
          <a:lstStyle/>
          <a:p>
            <a:pPr latinLnBrk="0"/>
            <a:endParaRPr lang="ko-KR" altLang="ko-KR" sz="1400" kern="1200">
              <a:solidFill>
                <a:schemeClr val="tx1"/>
              </a:solidFill>
              <a:effectLst/>
              <a:latin typeface="G마켓 산스 Medium" panose="02000000000000000000" pitchFamily="50" charset="-127"/>
              <a:ea typeface="G마켓 산스 Medium" panose="02000000000000000000" pitchFamily="50" charset="-127"/>
              <a:cs typeface="+mn-cs"/>
            </a:endParaRPr>
          </a:p>
        </p:txBody>
      </p:sp>
      <p:sp>
        <p:nvSpPr>
          <p:cNvPr id="4" name="슬라이드 번호 개체 틀 3">
            <a:extLst>
              <a:ext uri="{FF2B5EF4-FFF2-40B4-BE49-F238E27FC236}">
                <a16:creationId xmlns:a16="http://schemas.microsoft.com/office/drawing/2014/main" id="{DCB7AD7A-AB1B-692E-B304-9295E0E8960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2B41C2-9AEC-4B6A-AACF-BF5D026791BF}" type="slidenum">
              <a:rPr kumimoji="0" lang="ko-KR" altLang="en-US" sz="1200" b="0" i="0" u="none" strike="noStrike" kern="1200" cap="none" spc="0" normalizeH="0" baseline="0" noProof="0" smtClean="0">
                <a:ln>
                  <a:noFill/>
                </a:ln>
                <a:solidFill>
                  <a:prstClr val="black"/>
                </a:solidFill>
                <a:effectLst/>
                <a:uLnTx/>
                <a:uFillTx/>
                <a:latin typeface="G마켓 산스 Medium" panose="02000000000000000000" pitchFamily="50" charset="-127"/>
                <a:ea typeface="G마켓 산스 Medium" panose="02000000000000000000"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ko-KR" altLang="en-US" sz="1200" b="0" i="0" u="none" strike="noStrike" kern="1200" cap="none" spc="0" normalizeH="0" baseline="0" noProof="0">
              <a:ln>
                <a:noFill/>
              </a:ln>
              <a:solidFill>
                <a:prstClr val="black"/>
              </a:solidFill>
              <a:effectLst/>
              <a:uLnTx/>
              <a:uFillTx/>
              <a:latin typeface="G마켓 산스 Medium" panose="02000000000000000000" pitchFamily="50" charset="-127"/>
              <a:ea typeface="G마켓 산스 Medium" panose="02000000000000000000" pitchFamily="50" charset="-127"/>
              <a:cs typeface="+mn-cs"/>
            </a:endParaRPr>
          </a:p>
        </p:txBody>
      </p:sp>
    </p:spTree>
    <p:extLst>
      <p:ext uri="{BB962C8B-B14F-4D97-AF65-F5344CB8AC3E}">
        <p14:creationId xmlns:p14="http://schemas.microsoft.com/office/powerpoint/2010/main" val="3932152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BE55F-309B-F25E-3AD1-312606B5762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B150E95-47EB-0702-B2A9-F57785A4885C}"/>
              </a:ext>
            </a:extLst>
          </p:cNvPr>
          <p:cNvSpPr>
            <a:spLocks noGrp="1" noRot="1" noChangeAspect="1"/>
          </p:cNvSpPr>
          <p:nvPr>
            <p:ph type="sldImg"/>
          </p:nvPr>
        </p:nvSpPr>
        <p:spPr>
          <a:xfrm>
            <a:off x="422275" y="1243013"/>
            <a:ext cx="5962650" cy="3354387"/>
          </a:xfrm>
        </p:spPr>
      </p:sp>
      <p:sp>
        <p:nvSpPr>
          <p:cNvPr id="3" name="슬라이드 노트 개체 틀 2">
            <a:extLst>
              <a:ext uri="{FF2B5EF4-FFF2-40B4-BE49-F238E27FC236}">
                <a16:creationId xmlns:a16="http://schemas.microsoft.com/office/drawing/2014/main" id="{8C89351E-161D-3C02-D006-5D6AEF03F039}"/>
              </a:ext>
            </a:extLst>
          </p:cNvPr>
          <p:cNvSpPr>
            <a:spLocks noGrp="1"/>
          </p:cNvSpPr>
          <p:nvPr>
            <p:ph type="body" idx="1"/>
          </p:nvPr>
        </p:nvSpPr>
        <p:spPr/>
        <p:txBody>
          <a:bodyPr/>
          <a:lstStyle/>
          <a:p>
            <a:pPr latinLnBrk="0"/>
            <a:endParaRPr lang="ko-KR" altLang="ko-KR" sz="1400" kern="1200">
              <a:solidFill>
                <a:schemeClr val="tx1"/>
              </a:solidFill>
              <a:effectLst/>
              <a:latin typeface="G마켓 산스 Medium" panose="02000000000000000000" pitchFamily="50" charset="-127"/>
              <a:ea typeface="G마켓 산스 Medium" panose="02000000000000000000" pitchFamily="50" charset="-127"/>
              <a:cs typeface="+mn-cs"/>
            </a:endParaRPr>
          </a:p>
        </p:txBody>
      </p:sp>
      <p:sp>
        <p:nvSpPr>
          <p:cNvPr id="4" name="슬라이드 번호 개체 틀 3">
            <a:extLst>
              <a:ext uri="{FF2B5EF4-FFF2-40B4-BE49-F238E27FC236}">
                <a16:creationId xmlns:a16="http://schemas.microsoft.com/office/drawing/2014/main" id="{DCB7AD7A-AB1B-692E-B304-9295E0E8960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2B41C2-9AEC-4B6A-AACF-BF5D026791BF}" type="slidenum">
              <a:rPr kumimoji="0" lang="ko-KR" altLang="en-US" sz="1200" b="0" i="0" u="none" strike="noStrike" kern="1200" cap="none" spc="0" normalizeH="0" baseline="0" noProof="0" smtClean="0">
                <a:ln>
                  <a:noFill/>
                </a:ln>
                <a:solidFill>
                  <a:prstClr val="black"/>
                </a:solidFill>
                <a:effectLst/>
                <a:uLnTx/>
                <a:uFillTx/>
                <a:latin typeface="G마켓 산스 Medium" panose="02000000000000000000" pitchFamily="50" charset="-127"/>
                <a:ea typeface="G마켓 산스 Medium" panose="02000000000000000000"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ko-KR" altLang="en-US" sz="1200" b="0" i="0" u="none" strike="noStrike" kern="1200" cap="none" spc="0" normalizeH="0" baseline="0" noProof="0">
              <a:ln>
                <a:noFill/>
              </a:ln>
              <a:solidFill>
                <a:prstClr val="black"/>
              </a:solidFill>
              <a:effectLst/>
              <a:uLnTx/>
              <a:uFillTx/>
              <a:latin typeface="G마켓 산스 Medium" panose="02000000000000000000" pitchFamily="50" charset="-127"/>
              <a:ea typeface="G마켓 산스 Medium" panose="02000000000000000000" pitchFamily="50" charset="-127"/>
              <a:cs typeface="+mn-cs"/>
            </a:endParaRPr>
          </a:p>
        </p:txBody>
      </p:sp>
    </p:spTree>
    <p:extLst>
      <p:ext uri="{BB962C8B-B14F-4D97-AF65-F5344CB8AC3E}">
        <p14:creationId xmlns:p14="http://schemas.microsoft.com/office/powerpoint/2010/main" val="3119795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8D43A-2E3A-E7DE-5C18-1605AED8EFD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EF738B2-CF86-3A2C-2BFE-F30368A49BD6}"/>
              </a:ext>
            </a:extLst>
          </p:cNvPr>
          <p:cNvSpPr>
            <a:spLocks noGrp="1" noRot="1" noChangeAspect="1"/>
          </p:cNvSpPr>
          <p:nvPr>
            <p:ph type="sldImg"/>
          </p:nvPr>
        </p:nvSpPr>
        <p:spPr>
          <a:xfrm>
            <a:off x="422275" y="1243013"/>
            <a:ext cx="5962650" cy="3354387"/>
          </a:xfrm>
        </p:spPr>
      </p:sp>
      <p:sp>
        <p:nvSpPr>
          <p:cNvPr id="3" name="슬라이드 노트 개체 틀 2">
            <a:extLst>
              <a:ext uri="{FF2B5EF4-FFF2-40B4-BE49-F238E27FC236}">
                <a16:creationId xmlns:a16="http://schemas.microsoft.com/office/drawing/2014/main" id="{7C420EA1-10A1-4A2D-9D04-F0F1D006A6E6}"/>
              </a:ext>
            </a:extLst>
          </p:cNvPr>
          <p:cNvSpPr>
            <a:spLocks noGrp="1"/>
          </p:cNvSpPr>
          <p:nvPr>
            <p:ph type="body" idx="1"/>
          </p:nvPr>
        </p:nvSpPr>
        <p:spPr/>
        <p:txBody>
          <a:bodyPr/>
          <a:lstStyle/>
          <a:p>
            <a:pPr latinLnBrk="0"/>
            <a:endParaRPr lang="ko-KR" altLang="ko-KR" sz="1400" kern="1200">
              <a:solidFill>
                <a:schemeClr val="tx1"/>
              </a:solidFill>
              <a:effectLst/>
              <a:latin typeface="G마켓 산스 Medium" panose="02000000000000000000" pitchFamily="50" charset="-127"/>
              <a:ea typeface="G마켓 산스 Medium" panose="02000000000000000000" pitchFamily="50" charset="-127"/>
              <a:cs typeface="+mn-cs"/>
            </a:endParaRPr>
          </a:p>
        </p:txBody>
      </p:sp>
      <p:sp>
        <p:nvSpPr>
          <p:cNvPr id="4" name="슬라이드 번호 개체 틀 3">
            <a:extLst>
              <a:ext uri="{FF2B5EF4-FFF2-40B4-BE49-F238E27FC236}">
                <a16:creationId xmlns:a16="http://schemas.microsoft.com/office/drawing/2014/main" id="{CF0842B7-EB1F-DB9A-D455-BF65E907B25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2B41C2-9AEC-4B6A-AACF-BF5D026791BF}" type="slidenum">
              <a:rPr kumimoji="0" lang="ko-KR" altLang="en-US" sz="1200" b="0" i="0" u="none" strike="noStrike" kern="1200" cap="none" spc="0" normalizeH="0" baseline="0" noProof="0" smtClean="0">
                <a:ln>
                  <a:noFill/>
                </a:ln>
                <a:solidFill>
                  <a:prstClr val="black"/>
                </a:solidFill>
                <a:effectLst/>
                <a:uLnTx/>
                <a:uFillTx/>
                <a:latin typeface="G마켓 산스 Medium" panose="02000000000000000000" pitchFamily="50" charset="-127"/>
                <a:ea typeface="G마켓 산스 Medium" panose="02000000000000000000"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ko-KR" altLang="en-US" sz="1200" b="0" i="0" u="none" strike="noStrike" kern="1200" cap="none" spc="0" normalizeH="0" baseline="0" noProof="0">
              <a:ln>
                <a:noFill/>
              </a:ln>
              <a:solidFill>
                <a:prstClr val="black"/>
              </a:solidFill>
              <a:effectLst/>
              <a:uLnTx/>
              <a:uFillTx/>
              <a:latin typeface="G마켓 산스 Medium" panose="02000000000000000000" pitchFamily="50" charset="-127"/>
              <a:ea typeface="G마켓 산스 Medium" panose="02000000000000000000" pitchFamily="50" charset="-127"/>
              <a:cs typeface="+mn-cs"/>
            </a:endParaRPr>
          </a:p>
        </p:txBody>
      </p:sp>
    </p:spTree>
    <p:extLst>
      <p:ext uri="{BB962C8B-B14F-4D97-AF65-F5344CB8AC3E}">
        <p14:creationId xmlns:p14="http://schemas.microsoft.com/office/powerpoint/2010/main" val="38748983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8C4B2-096D-5F2A-10D3-1436C38812C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AFC9AD0-1F78-0E4F-5412-1152FFA38C89}"/>
              </a:ext>
            </a:extLst>
          </p:cNvPr>
          <p:cNvSpPr>
            <a:spLocks noGrp="1" noRot="1" noChangeAspect="1"/>
          </p:cNvSpPr>
          <p:nvPr>
            <p:ph type="sldImg"/>
          </p:nvPr>
        </p:nvSpPr>
        <p:spPr>
          <a:xfrm>
            <a:off x="422275" y="1243013"/>
            <a:ext cx="5962650" cy="3354387"/>
          </a:xfrm>
        </p:spPr>
      </p:sp>
      <p:sp>
        <p:nvSpPr>
          <p:cNvPr id="3" name="슬라이드 노트 개체 틀 2">
            <a:extLst>
              <a:ext uri="{FF2B5EF4-FFF2-40B4-BE49-F238E27FC236}">
                <a16:creationId xmlns:a16="http://schemas.microsoft.com/office/drawing/2014/main" id="{056564AA-8026-13B3-0E9F-9C2AE2CBD6AE}"/>
              </a:ext>
            </a:extLst>
          </p:cNvPr>
          <p:cNvSpPr>
            <a:spLocks noGrp="1"/>
          </p:cNvSpPr>
          <p:nvPr>
            <p:ph type="body" idx="1"/>
          </p:nvPr>
        </p:nvSpPr>
        <p:spPr/>
        <p:txBody>
          <a:bodyPr/>
          <a:lstStyle/>
          <a:p>
            <a:pPr latinLnBrk="0"/>
            <a:endParaRPr lang="ko-KR" altLang="ko-KR" sz="1400" kern="1200">
              <a:solidFill>
                <a:schemeClr val="tx1"/>
              </a:solidFill>
              <a:effectLst/>
              <a:latin typeface="G마켓 산스 Medium" panose="02000000000000000000" pitchFamily="50" charset="-127"/>
              <a:ea typeface="G마켓 산스 Medium" panose="02000000000000000000" pitchFamily="50" charset="-127"/>
              <a:cs typeface="+mn-cs"/>
            </a:endParaRPr>
          </a:p>
        </p:txBody>
      </p:sp>
      <p:sp>
        <p:nvSpPr>
          <p:cNvPr id="4" name="슬라이드 번호 개체 틀 3">
            <a:extLst>
              <a:ext uri="{FF2B5EF4-FFF2-40B4-BE49-F238E27FC236}">
                <a16:creationId xmlns:a16="http://schemas.microsoft.com/office/drawing/2014/main" id="{6D9B80E2-5D64-57BF-F3AC-AA233B0DCF5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2B41C2-9AEC-4B6A-AACF-BF5D026791BF}" type="slidenum">
              <a:rPr kumimoji="0" lang="ko-KR" altLang="en-US" sz="1200" b="0" i="0" u="none" strike="noStrike" kern="1200" cap="none" spc="0" normalizeH="0" baseline="0" noProof="0" smtClean="0">
                <a:ln>
                  <a:noFill/>
                </a:ln>
                <a:solidFill>
                  <a:prstClr val="black"/>
                </a:solidFill>
                <a:effectLst/>
                <a:uLnTx/>
                <a:uFillTx/>
                <a:latin typeface="G마켓 산스 Medium" panose="02000000000000000000" pitchFamily="50" charset="-127"/>
                <a:ea typeface="G마켓 산스 Medium" panose="02000000000000000000"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ko-KR" altLang="en-US" sz="1200" b="0" i="0" u="none" strike="noStrike" kern="1200" cap="none" spc="0" normalizeH="0" baseline="0" noProof="0">
              <a:ln>
                <a:noFill/>
              </a:ln>
              <a:solidFill>
                <a:prstClr val="black"/>
              </a:solidFill>
              <a:effectLst/>
              <a:uLnTx/>
              <a:uFillTx/>
              <a:latin typeface="G마켓 산스 Medium" panose="02000000000000000000" pitchFamily="50" charset="-127"/>
              <a:ea typeface="G마켓 산스 Medium" panose="02000000000000000000" pitchFamily="50" charset="-127"/>
              <a:cs typeface="+mn-cs"/>
            </a:endParaRPr>
          </a:p>
        </p:txBody>
      </p:sp>
    </p:spTree>
    <p:extLst>
      <p:ext uri="{BB962C8B-B14F-4D97-AF65-F5344CB8AC3E}">
        <p14:creationId xmlns:p14="http://schemas.microsoft.com/office/powerpoint/2010/main" val="33481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A560D-5270-3E84-E6B3-B1B12DDEFC9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AF755CB-D303-059A-EFF7-1CCAD7761D9A}"/>
              </a:ext>
            </a:extLst>
          </p:cNvPr>
          <p:cNvSpPr>
            <a:spLocks noGrp="1" noRot="1" noChangeAspect="1"/>
          </p:cNvSpPr>
          <p:nvPr>
            <p:ph type="sldImg"/>
          </p:nvPr>
        </p:nvSpPr>
        <p:spPr>
          <a:xfrm>
            <a:off x="422275" y="1243013"/>
            <a:ext cx="5962650" cy="3354387"/>
          </a:xfrm>
        </p:spPr>
      </p:sp>
      <p:sp>
        <p:nvSpPr>
          <p:cNvPr id="3" name="슬라이드 노트 개체 틀 2">
            <a:extLst>
              <a:ext uri="{FF2B5EF4-FFF2-40B4-BE49-F238E27FC236}">
                <a16:creationId xmlns:a16="http://schemas.microsoft.com/office/drawing/2014/main" id="{329C337E-5010-1A47-0AF3-B54FF5A80AC4}"/>
              </a:ext>
            </a:extLst>
          </p:cNvPr>
          <p:cNvSpPr>
            <a:spLocks noGrp="1"/>
          </p:cNvSpPr>
          <p:nvPr>
            <p:ph type="body" idx="1"/>
          </p:nvPr>
        </p:nvSpPr>
        <p:spPr/>
        <p:txBody>
          <a:bodyPr/>
          <a:lstStyle/>
          <a:p>
            <a:pPr latinLnBrk="0"/>
            <a:endParaRPr lang="ko-KR" altLang="ko-KR" sz="1400" kern="1200">
              <a:solidFill>
                <a:schemeClr val="tx1"/>
              </a:solidFill>
              <a:effectLst/>
              <a:latin typeface="G마켓 산스 Medium" panose="02000000000000000000" pitchFamily="50" charset="-127"/>
              <a:ea typeface="G마켓 산스 Medium" panose="02000000000000000000" pitchFamily="50" charset="-127"/>
              <a:cs typeface="+mn-cs"/>
            </a:endParaRPr>
          </a:p>
        </p:txBody>
      </p:sp>
      <p:sp>
        <p:nvSpPr>
          <p:cNvPr id="4" name="슬라이드 번호 개체 틀 3">
            <a:extLst>
              <a:ext uri="{FF2B5EF4-FFF2-40B4-BE49-F238E27FC236}">
                <a16:creationId xmlns:a16="http://schemas.microsoft.com/office/drawing/2014/main" id="{2A489BD3-589B-84E4-994A-24DEA11C2C6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2B41C2-9AEC-4B6A-AACF-BF5D026791BF}" type="slidenum">
              <a:rPr kumimoji="0" lang="ko-KR" altLang="en-US" sz="1200" b="0" i="0" u="none" strike="noStrike" kern="1200" cap="none" spc="0" normalizeH="0" baseline="0" noProof="0" smtClean="0">
                <a:ln>
                  <a:noFill/>
                </a:ln>
                <a:solidFill>
                  <a:prstClr val="black"/>
                </a:solidFill>
                <a:effectLst/>
                <a:uLnTx/>
                <a:uFillTx/>
                <a:latin typeface="G마켓 산스 Medium" panose="02000000000000000000" pitchFamily="50" charset="-127"/>
                <a:ea typeface="G마켓 산스 Medium" panose="02000000000000000000"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ko-KR" altLang="en-US" sz="1200" b="0" i="0" u="none" strike="noStrike" kern="1200" cap="none" spc="0" normalizeH="0" baseline="0" noProof="0">
              <a:ln>
                <a:noFill/>
              </a:ln>
              <a:solidFill>
                <a:prstClr val="black"/>
              </a:solidFill>
              <a:effectLst/>
              <a:uLnTx/>
              <a:uFillTx/>
              <a:latin typeface="G마켓 산스 Medium" panose="02000000000000000000" pitchFamily="50" charset="-127"/>
              <a:ea typeface="G마켓 산스 Medium" panose="02000000000000000000" pitchFamily="50" charset="-127"/>
              <a:cs typeface="+mn-cs"/>
            </a:endParaRPr>
          </a:p>
        </p:txBody>
      </p:sp>
    </p:spTree>
    <p:extLst>
      <p:ext uri="{BB962C8B-B14F-4D97-AF65-F5344CB8AC3E}">
        <p14:creationId xmlns:p14="http://schemas.microsoft.com/office/powerpoint/2010/main" val="16413270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F2FFA-A1C3-D7AC-9141-ADF9C969BDC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67AB221-0225-1215-0A7C-4B66A241BD50}"/>
              </a:ext>
            </a:extLst>
          </p:cNvPr>
          <p:cNvSpPr>
            <a:spLocks noGrp="1" noRot="1" noChangeAspect="1"/>
          </p:cNvSpPr>
          <p:nvPr>
            <p:ph type="sldImg"/>
          </p:nvPr>
        </p:nvSpPr>
        <p:spPr>
          <a:xfrm>
            <a:off x="422275" y="1243013"/>
            <a:ext cx="5962650" cy="3354387"/>
          </a:xfrm>
        </p:spPr>
      </p:sp>
      <p:sp>
        <p:nvSpPr>
          <p:cNvPr id="3" name="슬라이드 노트 개체 틀 2">
            <a:extLst>
              <a:ext uri="{FF2B5EF4-FFF2-40B4-BE49-F238E27FC236}">
                <a16:creationId xmlns:a16="http://schemas.microsoft.com/office/drawing/2014/main" id="{9C227EEF-9EFE-FA86-B779-7F3F1F421BDD}"/>
              </a:ext>
            </a:extLst>
          </p:cNvPr>
          <p:cNvSpPr>
            <a:spLocks noGrp="1"/>
          </p:cNvSpPr>
          <p:nvPr>
            <p:ph type="body" idx="1"/>
          </p:nvPr>
        </p:nvSpPr>
        <p:spPr/>
        <p:txBody>
          <a:bodyPr/>
          <a:lstStyle/>
          <a:p>
            <a:pPr latinLnBrk="0"/>
            <a:endParaRPr lang="ko-KR" altLang="ko-KR" sz="1400" kern="1200">
              <a:solidFill>
                <a:schemeClr val="tx1"/>
              </a:solidFill>
              <a:effectLst/>
              <a:latin typeface="G마켓 산스 Medium" panose="02000000000000000000" pitchFamily="50" charset="-127"/>
              <a:ea typeface="G마켓 산스 Medium" panose="02000000000000000000" pitchFamily="50" charset="-127"/>
              <a:cs typeface="+mn-cs"/>
            </a:endParaRPr>
          </a:p>
        </p:txBody>
      </p:sp>
      <p:sp>
        <p:nvSpPr>
          <p:cNvPr id="4" name="슬라이드 번호 개체 틀 3">
            <a:extLst>
              <a:ext uri="{FF2B5EF4-FFF2-40B4-BE49-F238E27FC236}">
                <a16:creationId xmlns:a16="http://schemas.microsoft.com/office/drawing/2014/main" id="{0AF5EC79-AF48-DDB1-0877-D6F37A04FAA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2B41C2-9AEC-4B6A-AACF-BF5D026791BF}" type="slidenum">
              <a:rPr kumimoji="0" lang="ko-KR" altLang="en-US" sz="1200" b="0" i="0" u="none" strike="noStrike" kern="1200" cap="none" spc="0" normalizeH="0" baseline="0" noProof="0" smtClean="0">
                <a:ln>
                  <a:noFill/>
                </a:ln>
                <a:solidFill>
                  <a:prstClr val="black"/>
                </a:solidFill>
                <a:effectLst/>
                <a:uLnTx/>
                <a:uFillTx/>
                <a:latin typeface="G마켓 산스 Medium" panose="02000000000000000000" pitchFamily="50" charset="-127"/>
                <a:ea typeface="G마켓 산스 Medium" panose="02000000000000000000"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ko-KR" altLang="en-US" sz="1200" b="0" i="0" u="none" strike="noStrike" kern="1200" cap="none" spc="0" normalizeH="0" baseline="0" noProof="0">
              <a:ln>
                <a:noFill/>
              </a:ln>
              <a:solidFill>
                <a:prstClr val="black"/>
              </a:solidFill>
              <a:effectLst/>
              <a:uLnTx/>
              <a:uFillTx/>
              <a:latin typeface="G마켓 산스 Medium" panose="02000000000000000000" pitchFamily="50" charset="-127"/>
              <a:ea typeface="G마켓 산스 Medium" panose="02000000000000000000" pitchFamily="50" charset="-127"/>
              <a:cs typeface="+mn-cs"/>
            </a:endParaRPr>
          </a:p>
        </p:txBody>
      </p:sp>
    </p:spTree>
    <p:extLst>
      <p:ext uri="{BB962C8B-B14F-4D97-AF65-F5344CB8AC3E}">
        <p14:creationId xmlns:p14="http://schemas.microsoft.com/office/powerpoint/2010/main" val="2465954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31E1A-555D-7F0C-4B6C-3EAE5171090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6628C26-936A-17B5-362E-DF3E9840E3C6}"/>
              </a:ext>
            </a:extLst>
          </p:cNvPr>
          <p:cNvSpPr>
            <a:spLocks noGrp="1" noRot="1" noChangeAspect="1"/>
          </p:cNvSpPr>
          <p:nvPr>
            <p:ph type="sldImg"/>
          </p:nvPr>
        </p:nvSpPr>
        <p:spPr>
          <a:xfrm>
            <a:off x="422275" y="1243013"/>
            <a:ext cx="5962650" cy="3354387"/>
          </a:xfrm>
        </p:spPr>
      </p:sp>
      <p:sp>
        <p:nvSpPr>
          <p:cNvPr id="3" name="슬라이드 노트 개체 틀 2">
            <a:extLst>
              <a:ext uri="{FF2B5EF4-FFF2-40B4-BE49-F238E27FC236}">
                <a16:creationId xmlns:a16="http://schemas.microsoft.com/office/drawing/2014/main" id="{5E9C4A0C-B3CD-673E-80E7-023C291776C5}"/>
              </a:ext>
            </a:extLst>
          </p:cNvPr>
          <p:cNvSpPr>
            <a:spLocks noGrp="1"/>
          </p:cNvSpPr>
          <p:nvPr>
            <p:ph type="body" idx="1"/>
          </p:nvPr>
        </p:nvSpPr>
        <p:spPr/>
        <p:txBody>
          <a:bodyPr/>
          <a:lstStyle/>
          <a:p>
            <a:pPr latinLnBrk="0"/>
            <a:endParaRPr lang="ko-KR" altLang="ko-KR" sz="1400" kern="1200">
              <a:solidFill>
                <a:schemeClr val="tx1"/>
              </a:solidFill>
              <a:effectLst/>
              <a:latin typeface="G마켓 산스 Medium" panose="02000000000000000000" pitchFamily="50" charset="-127"/>
              <a:ea typeface="G마켓 산스 Medium" panose="02000000000000000000" pitchFamily="50" charset="-127"/>
              <a:cs typeface="+mn-cs"/>
            </a:endParaRPr>
          </a:p>
        </p:txBody>
      </p:sp>
      <p:sp>
        <p:nvSpPr>
          <p:cNvPr id="4" name="슬라이드 번호 개체 틀 3">
            <a:extLst>
              <a:ext uri="{FF2B5EF4-FFF2-40B4-BE49-F238E27FC236}">
                <a16:creationId xmlns:a16="http://schemas.microsoft.com/office/drawing/2014/main" id="{7D3D6BB1-7469-0C55-B65B-44E7B1F6EF7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2B41C2-9AEC-4B6A-AACF-BF5D026791BF}" type="slidenum">
              <a:rPr kumimoji="0" lang="ko-KR" altLang="en-US" sz="1200" b="0" i="0" u="none" strike="noStrike" kern="1200" cap="none" spc="0" normalizeH="0" baseline="0" noProof="0" smtClean="0">
                <a:ln>
                  <a:noFill/>
                </a:ln>
                <a:solidFill>
                  <a:prstClr val="black"/>
                </a:solidFill>
                <a:effectLst/>
                <a:uLnTx/>
                <a:uFillTx/>
                <a:latin typeface="G마켓 산스 Medium" panose="02000000000000000000" pitchFamily="50" charset="-127"/>
                <a:ea typeface="G마켓 산스 Medium" panose="02000000000000000000"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ko-KR" altLang="en-US" sz="1200" b="0" i="0" u="none" strike="noStrike" kern="1200" cap="none" spc="0" normalizeH="0" baseline="0" noProof="0">
              <a:ln>
                <a:noFill/>
              </a:ln>
              <a:solidFill>
                <a:prstClr val="black"/>
              </a:solidFill>
              <a:effectLst/>
              <a:uLnTx/>
              <a:uFillTx/>
              <a:latin typeface="G마켓 산스 Medium" panose="02000000000000000000" pitchFamily="50" charset="-127"/>
              <a:ea typeface="G마켓 산스 Medium" panose="02000000000000000000" pitchFamily="50" charset="-127"/>
              <a:cs typeface="+mn-cs"/>
            </a:endParaRPr>
          </a:p>
        </p:txBody>
      </p:sp>
    </p:spTree>
    <p:extLst>
      <p:ext uri="{BB962C8B-B14F-4D97-AF65-F5344CB8AC3E}">
        <p14:creationId xmlns:p14="http://schemas.microsoft.com/office/powerpoint/2010/main" val="13484722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C7578-6EE9-0966-A650-90F1D559D4E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228F02F-5A6F-53B2-F1FE-4FAC42FB17DA}"/>
              </a:ext>
            </a:extLst>
          </p:cNvPr>
          <p:cNvSpPr>
            <a:spLocks noGrp="1" noRot="1" noChangeAspect="1"/>
          </p:cNvSpPr>
          <p:nvPr>
            <p:ph type="sldImg"/>
          </p:nvPr>
        </p:nvSpPr>
        <p:spPr>
          <a:xfrm>
            <a:off x="422275" y="1243013"/>
            <a:ext cx="5962650" cy="3354387"/>
          </a:xfrm>
        </p:spPr>
      </p:sp>
      <p:sp>
        <p:nvSpPr>
          <p:cNvPr id="3" name="슬라이드 노트 개체 틀 2">
            <a:extLst>
              <a:ext uri="{FF2B5EF4-FFF2-40B4-BE49-F238E27FC236}">
                <a16:creationId xmlns:a16="http://schemas.microsoft.com/office/drawing/2014/main" id="{BBA7350B-CCE9-507F-BD1E-7EE8916E6B93}"/>
              </a:ext>
            </a:extLst>
          </p:cNvPr>
          <p:cNvSpPr>
            <a:spLocks noGrp="1"/>
          </p:cNvSpPr>
          <p:nvPr>
            <p:ph type="body" idx="1"/>
          </p:nvPr>
        </p:nvSpPr>
        <p:spPr/>
        <p:txBody>
          <a:bodyPr/>
          <a:lstStyle/>
          <a:p>
            <a:pPr latinLnBrk="0"/>
            <a:endParaRPr lang="ko-KR" altLang="ko-KR" sz="1400" kern="1200">
              <a:solidFill>
                <a:schemeClr val="tx1"/>
              </a:solidFill>
              <a:effectLst/>
              <a:latin typeface="G마켓 산스 Medium" panose="02000000000000000000" pitchFamily="50" charset="-127"/>
              <a:ea typeface="G마켓 산스 Medium" panose="02000000000000000000" pitchFamily="50" charset="-127"/>
              <a:cs typeface="+mn-cs"/>
            </a:endParaRPr>
          </a:p>
        </p:txBody>
      </p:sp>
      <p:sp>
        <p:nvSpPr>
          <p:cNvPr id="4" name="슬라이드 번호 개체 틀 3">
            <a:extLst>
              <a:ext uri="{FF2B5EF4-FFF2-40B4-BE49-F238E27FC236}">
                <a16:creationId xmlns:a16="http://schemas.microsoft.com/office/drawing/2014/main" id="{F68B0EDF-858B-E44E-A754-F0A9EFA89BD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2B41C2-9AEC-4B6A-AACF-BF5D026791BF}" type="slidenum">
              <a:rPr kumimoji="0" lang="ko-KR" altLang="en-US" sz="1200" b="0" i="0" u="none" strike="noStrike" kern="1200" cap="none" spc="0" normalizeH="0" baseline="0" noProof="0" smtClean="0">
                <a:ln>
                  <a:noFill/>
                </a:ln>
                <a:solidFill>
                  <a:prstClr val="black"/>
                </a:solidFill>
                <a:effectLst/>
                <a:uLnTx/>
                <a:uFillTx/>
                <a:latin typeface="G마켓 산스 Medium" panose="02000000000000000000" pitchFamily="50" charset="-127"/>
                <a:ea typeface="G마켓 산스 Medium" panose="02000000000000000000"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ko-KR" altLang="en-US" sz="1200" b="0" i="0" u="none" strike="noStrike" kern="1200" cap="none" spc="0" normalizeH="0" baseline="0" noProof="0">
              <a:ln>
                <a:noFill/>
              </a:ln>
              <a:solidFill>
                <a:prstClr val="black"/>
              </a:solidFill>
              <a:effectLst/>
              <a:uLnTx/>
              <a:uFillTx/>
              <a:latin typeface="G마켓 산스 Medium" panose="02000000000000000000" pitchFamily="50" charset="-127"/>
              <a:ea typeface="G마켓 산스 Medium" panose="02000000000000000000" pitchFamily="50" charset="-127"/>
              <a:cs typeface="+mn-cs"/>
            </a:endParaRPr>
          </a:p>
        </p:txBody>
      </p:sp>
    </p:spTree>
    <p:extLst>
      <p:ext uri="{BB962C8B-B14F-4D97-AF65-F5344CB8AC3E}">
        <p14:creationId xmlns:p14="http://schemas.microsoft.com/office/powerpoint/2010/main" val="24305335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4520579-98DA-E942-AC78-00B87195DB37}"/>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21B866DE-D1DB-8230-CBDA-A766F93D18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7B266A6F-CEE3-850E-FDEE-7D555FAF96EF}"/>
              </a:ext>
            </a:extLst>
          </p:cNvPr>
          <p:cNvSpPr>
            <a:spLocks noGrp="1"/>
          </p:cNvSpPr>
          <p:nvPr>
            <p:ph type="dt" sz="half" idx="10"/>
          </p:nvPr>
        </p:nvSpPr>
        <p:spPr/>
        <p:txBody>
          <a:bodyPr/>
          <a:lstStyle/>
          <a:p>
            <a:fld id="{D956D230-DD50-4D44-B5CC-476AEB699E3B}" type="datetimeFigureOut">
              <a:rPr lang="ko-KR" altLang="en-US" smtClean="0"/>
              <a:t>2025. 9. 25.</a:t>
            </a:fld>
            <a:endParaRPr lang="ko-KR" altLang="en-US"/>
          </a:p>
        </p:txBody>
      </p:sp>
      <p:sp>
        <p:nvSpPr>
          <p:cNvPr id="5" name="바닥글 개체 틀 4">
            <a:extLst>
              <a:ext uri="{FF2B5EF4-FFF2-40B4-BE49-F238E27FC236}">
                <a16:creationId xmlns:a16="http://schemas.microsoft.com/office/drawing/2014/main" id="{57686D49-FB67-2C19-2E42-F70E8FB7CE8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B836452-5550-2145-ADE4-955C90D6CA63}"/>
              </a:ext>
            </a:extLst>
          </p:cNvPr>
          <p:cNvSpPr>
            <a:spLocks noGrp="1"/>
          </p:cNvSpPr>
          <p:nvPr>
            <p:ph type="sldNum" sz="quarter" idx="12"/>
          </p:nvPr>
        </p:nvSpPr>
        <p:spPr/>
        <p:txBody>
          <a:bodyPr/>
          <a:lstStyle/>
          <a:p>
            <a:fld id="{CC992391-0069-4883-9ECC-04D24DD55FF3}" type="slidenum">
              <a:rPr lang="ko-KR" altLang="en-US" smtClean="0"/>
              <a:t>‹#›</a:t>
            </a:fld>
            <a:endParaRPr lang="ko-KR" altLang="en-US"/>
          </a:p>
        </p:txBody>
      </p:sp>
    </p:spTree>
    <p:extLst>
      <p:ext uri="{BB962C8B-B14F-4D97-AF65-F5344CB8AC3E}">
        <p14:creationId xmlns:p14="http://schemas.microsoft.com/office/powerpoint/2010/main" val="2796712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DD650C8-F12A-D26C-9C0B-5C7F1198DC36}"/>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F151525-DA02-BA8F-F4AF-3EB8A23B9020}"/>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E1EB1802-77D5-679B-21CC-9485639EF580}"/>
              </a:ext>
            </a:extLst>
          </p:cNvPr>
          <p:cNvSpPr>
            <a:spLocks noGrp="1"/>
          </p:cNvSpPr>
          <p:nvPr>
            <p:ph type="dt" sz="half" idx="10"/>
          </p:nvPr>
        </p:nvSpPr>
        <p:spPr/>
        <p:txBody>
          <a:bodyPr/>
          <a:lstStyle/>
          <a:p>
            <a:fld id="{D956D230-DD50-4D44-B5CC-476AEB699E3B}" type="datetimeFigureOut">
              <a:rPr lang="ko-KR" altLang="en-US" smtClean="0"/>
              <a:t>2025. 9. 25.</a:t>
            </a:fld>
            <a:endParaRPr lang="ko-KR" altLang="en-US"/>
          </a:p>
        </p:txBody>
      </p:sp>
      <p:sp>
        <p:nvSpPr>
          <p:cNvPr id="5" name="바닥글 개체 틀 4">
            <a:extLst>
              <a:ext uri="{FF2B5EF4-FFF2-40B4-BE49-F238E27FC236}">
                <a16:creationId xmlns:a16="http://schemas.microsoft.com/office/drawing/2014/main" id="{C2F9392A-8C65-6A59-0A60-A5F862B7A60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55CBCA3-067D-4596-532E-93B80A196855}"/>
              </a:ext>
            </a:extLst>
          </p:cNvPr>
          <p:cNvSpPr>
            <a:spLocks noGrp="1"/>
          </p:cNvSpPr>
          <p:nvPr>
            <p:ph type="sldNum" sz="quarter" idx="12"/>
          </p:nvPr>
        </p:nvSpPr>
        <p:spPr/>
        <p:txBody>
          <a:bodyPr/>
          <a:lstStyle/>
          <a:p>
            <a:fld id="{CC992391-0069-4883-9ECC-04D24DD55FF3}" type="slidenum">
              <a:rPr lang="ko-KR" altLang="en-US" smtClean="0"/>
              <a:t>‹#›</a:t>
            </a:fld>
            <a:endParaRPr lang="ko-KR" altLang="en-US"/>
          </a:p>
        </p:txBody>
      </p:sp>
    </p:spTree>
    <p:extLst>
      <p:ext uri="{BB962C8B-B14F-4D97-AF65-F5344CB8AC3E}">
        <p14:creationId xmlns:p14="http://schemas.microsoft.com/office/powerpoint/2010/main" val="551388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09DAB8A-7747-1CE5-3FE3-8323EE6B38E9}"/>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9A8BF959-12C5-164A-DE4D-B24218DF30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E0F39A4C-FA80-E81B-FDBC-5484253636E4}"/>
              </a:ext>
            </a:extLst>
          </p:cNvPr>
          <p:cNvSpPr>
            <a:spLocks noGrp="1"/>
          </p:cNvSpPr>
          <p:nvPr>
            <p:ph type="dt" sz="half" idx="10"/>
          </p:nvPr>
        </p:nvSpPr>
        <p:spPr/>
        <p:txBody>
          <a:bodyPr/>
          <a:lstStyle/>
          <a:p>
            <a:fld id="{D956D230-DD50-4D44-B5CC-476AEB699E3B}" type="datetimeFigureOut">
              <a:rPr lang="ko-KR" altLang="en-US" smtClean="0"/>
              <a:t>2025. 9. 25.</a:t>
            </a:fld>
            <a:endParaRPr lang="ko-KR" altLang="en-US"/>
          </a:p>
        </p:txBody>
      </p:sp>
      <p:sp>
        <p:nvSpPr>
          <p:cNvPr id="5" name="바닥글 개체 틀 4">
            <a:extLst>
              <a:ext uri="{FF2B5EF4-FFF2-40B4-BE49-F238E27FC236}">
                <a16:creationId xmlns:a16="http://schemas.microsoft.com/office/drawing/2014/main" id="{953F7C28-385E-573A-78EA-F4C821CE8F7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5D0508A-D25E-B539-F6C0-169E7C3312E1}"/>
              </a:ext>
            </a:extLst>
          </p:cNvPr>
          <p:cNvSpPr>
            <a:spLocks noGrp="1"/>
          </p:cNvSpPr>
          <p:nvPr>
            <p:ph type="sldNum" sz="quarter" idx="12"/>
          </p:nvPr>
        </p:nvSpPr>
        <p:spPr/>
        <p:txBody>
          <a:bodyPr/>
          <a:lstStyle/>
          <a:p>
            <a:fld id="{CC992391-0069-4883-9ECC-04D24DD55FF3}" type="slidenum">
              <a:rPr lang="ko-KR" altLang="en-US" smtClean="0"/>
              <a:t>‹#›</a:t>
            </a:fld>
            <a:endParaRPr lang="ko-KR" altLang="en-US"/>
          </a:p>
        </p:txBody>
      </p:sp>
    </p:spTree>
    <p:extLst>
      <p:ext uri="{BB962C8B-B14F-4D97-AF65-F5344CB8AC3E}">
        <p14:creationId xmlns:p14="http://schemas.microsoft.com/office/powerpoint/2010/main" val="2460637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FFC8A93-FDFE-BEBE-56E5-16BF819495AC}"/>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80385D78-F3C0-74AB-EE24-DE558CB38336}"/>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076E7582-20D9-D5DE-F1F9-D0B67ED06485}"/>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71664517-BAFF-26E5-8CE4-79610FB09060}"/>
              </a:ext>
            </a:extLst>
          </p:cNvPr>
          <p:cNvSpPr>
            <a:spLocks noGrp="1"/>
          </p:cNvSpPr>
          <p:nvPr>
            <p:ph type="dt" sz="half" idx="10"/>
          </p:nvPr>
        </p:nvSpPr>
        <p:spPr/>
        <p:txBody>
          <a:bodyPr/>
          <a:lstStyle/>
          <a:p>
            <a:fld id="{D956D230-DD50-4D44-B5CC-476AEB699E3B}" type="datetimeFigureOut">
              <a:rPr lang="ko-KR" altLang="en-US" smtClean="0"/>
              <a:t>2025. 9. 25.</a:t>
            </a:fld>
            <a:endParaRPr lang="ko-KR" altLang="en-US"/>
          </a:p>
        </p:txBody>
      </p:sp>
      <p:sp>
        <p:nvSpPr>
          <p:cNvPr id="6" name="바닥글 개체 틀 5">
            <a:extLst>
              <a:ext uri="{FF2B5EF4-FFF2-40B4-BE49-F238E27FC236}">
                <a16:creationId xmlns:a16="http://schemas.microsoft.com/office/drawing/2014/main" id="{8B441247-E1E9-FA95-4372-C471B45DF0A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7F2F193-02BC-5562-0C43-95EAFA7C3CE6}"/>
              </a:ext>
            </a:extLst>
          </p:cNvPr>
          <p:cNvSpPr>
            <a:spLocks noGrp="1"/>
          </p:cNvSpPr>
          <p:nvPr>
            <p:ph type="sldNum" sz="quarter" idx="12"/>
          </p:nvPr>
        </p:nvSpPr>
        <p:spPr/>
        <p:txBody>
          <a:bodyPr/>
          <a:lstStyle/>
          <a:p>
            <a:fld id="{CC992391-0069-4883-9ECC-04D24DD55FF3}" type="slidenum">
              <a:rPr lang="ko-KR" altLang="en-US" smtClean="0"/>
              <a:t>‹#›</a:t>
            </a:fld>
            <a:endParaRPr lang="ko-KR" altLang="en-US"/>
          </a:p>
        </p:txBody>
      </p:sp>
    </p:spTree>
    <p:extLst>
      <p:ext uri="{BB962C8B-B14F-4D97-AF65-F5344CB8AC3E}">
        <p14:creationId xmlns:p14="http://schemas.microsoft.com/office/powerpoint/2010/main" val="3008622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7DC21D0-4029-944F-F7C2-BB002EE0DEA6}"/>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D1105419-79A7-FF5A-C576-BB7FB93AC4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683AB173-B1EE-AC57-483B-5DAC313272B0}"/>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2C2B277A-1864-8AE8-148C-D7DD39286F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1D07304D-FA48-9C88-4165-62BEE9210552}"/>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EE4D0102-19CC-6E98-25AC-1EBC632D03B7}"/>
              </a:ext>
            </a:extLst>
          </p:cNvPr>
          <p:cNvSpPr>
            <a:spLocks noGrp="1"/>
          </p:cNvSpPr>
          <p:nvPr>
            <p:ph type="dt" sz="half" idx="10"/>
          </p:nvPr>
        </p:nvSpPr>
        <p:spPr/>
        <p:txBody>
          <a:bodyPr/>
          <a:lstStyle/>
          <a:p>
            <a:fld id="{D956D230-DD50-4D44-B5CC-476AEB699E3B}" type="datetimeFigureOut">
              <a:rPr lang="ko-KR" altLang="en-US" smtClean="0"/>
              <a:t>2025. 9. 25.</a:t>
            </a:fld>
            <a:endParaRPr lang="ko-KR" altLang="en-US"/>
          </a:p>
        </p:txBody>
      </p:sp>
      <p:sp>
        <p:nvSpPr>
          <p:cNvPr id="8" name="바닥글 개체 틀 7">
            <a:extLst>
              <a:ext uri="{FF2B5EF4-FFF2-40B4-BE49-F238E27FC236}">
                <a16:creationId xmlns:a16="http://schemas.microsoft.com/office/drawing/2014/main" id="{1B1C0272-48B3-7574-3FC1-E1AAFC6186CF}"/>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F20302AD-623D-2E24-69C6-15F96B7B1185}"/>
              </a:ext>
            </a:extLst>
          </p:cNvPr>
          <p:cNvSpPr>
            <a:spLocks noGrp="1"/>
          </p:cNvSpPr>
          <p:nvPr>
            <p:ph type="sldNum" sz="quarter" idx="12"/>
          </p:nvPr>
        </p:nvSpPr>
        <p:spPr/>
        <p:txBody>
          <a:bodyPr/>
          <a:lstStyle/>
          <a:p>
            <a:fld id="{CC992391-0069-4883-9ECC-04D24DD55FF3}" type="slidenum">
              <a:rPr lang="ko-KR" altLang="en-US" smtClean="0"/>
              <a:t>‹#›</a:t>
            </a:fld>
            <a:endParaRPr lang="ko-KR" altLang="en-US"/>
          </a:p>
        </p:txBody>
      </p:sp>
    </p:spTree>
    <p:extLst>
      <p:ext uri="{BB962C8B-B14F-4D97-AF65-F5344CB8AC3E}">
        <p14:creationId xmlns:p14="http://schemas.microsoft.com/office/powerpoint/2010/main" val="3151153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8072308-74B1-81E5-92F8-717BA6C67D8F}"/>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EBE8913E-C0D6-4E79-1F02-7A613692EC3F}"/>
              </a:ext>
            </a:extLst>
          </p:cNvPr>
          <p:cNvSpPr>
            <a:spLocks noGrp="1"/>
          </p:cNvSpPr>
          <p:nvPr>
            <p:ph type="dt" sz="half" idx="10"/>
          </p:nvPr>
        </p:nvSpPr>
        <p:spPr/>
        <p:txBody>
          <a:bodyPr/>
          <a:lstStyle/>
          <a:p>
            <a:fld id="{D956D230-DD50-4D44-B5CC-476AEB699E3B}" type="datetimeFigureOut">
              <a:rPr lang="ko-KR" altLang="en-US" smtClean="0"/>
              <a:t>2025. 9. 25.</a:t>
            </a:fld>
            <a:endParaRPr lang="ko-KR" altLang="en-US"/>
          </a:p>
        </p:txBody>
      </p:sp>
      <p:sp>
        <p:nvSpPr>
          <p:cNvPr id="4" name="바닥글 개체 틀 3">
            <a:extLst>
              <a:ext uri="{FF2B5EF4-FFF2-40B4-BE49-F238E27FC236}">
                <a16:creationId xmlns:a16="http://schemas.microsoft.com/office/drawing/2014/main" id="{20976696-6338-8860-FF02-54AFF9BF8B2A}"/>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408A4643-65A7-B193-9BD4-8B5917AAE28E}"/>
              </a:ext>
            </a:extLst>
          </p:cNvPr>
          <p:cNvSpPr>
            <a:spLocks noGrp="1"/>
          </p:cNvSpPr>
          <p:nvPr>
            <p:ph type="sldNum" sz="quarter" idx="12"/>
          </p:nvPr>
        </p:nvSpPr>
        <p:spPr/>
        <p:txBody>
          <a:bodyPr/>
          <a:lstStyle/>
          <a:p>
            <a:fld id="{CC992391-0069-4883-9ECC-04D24DD55FF3}" type="slidenum">
              <a:rPr lang="ko-KR" altLang="en-US" smtClean="0"/>
              <a:t>‹#›</a:t>
            </a:fld>
            <a:endParaRPr lang="ko-KR" altLang="en-US"/>
          </a:p>
        </p:txBody>
      </p:sp>
    </p:spTree>
    <p:extLst>
      <p:ext uri="{BB962C8B-B14F-4D97-AF65-F5344CB8AC3E}">
        <p14:creationId xmlns:p14="http://schemas.microsoft.com/office/powerpoint/2010/main" val="2955720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0F04643F-FAFD-4171-5CCC-AA1A4186EB61}"/>
              </a:ext>
            </a:extLst>
          </p:cNvPr>
          <p:cNvSpPr>
            <a:spLocks noGrp="1"/>
          </p:cNvSpPr>
          <p:nvPr>
            <p:ph type="dt" sz="half" idx="10"/>
          </p:nvPr>
        </p:nvSpPr>
        <p:spPr/>
        <p:txBody>
          <a:bodyPr/>
          <a:lstStyle/>
          <a:p>
            <a:fld id="{D956D230-DD50-4D44-B5CC-476AEB699E3B}" type="datetimeFigureOut">
              <a:rPr lang="ko-KR" altLang="en-US" smtClean="0"/>
              <a:t>2025. 9. 25.</a:t>
            </a:fld>
            <a:endParaRPr lang="ko-KR" altLang="en-US"/>
          </a:p>
        </p:txBody>
      </p:sp>
      <p:sp>
        <p:nvSpPr>
          <p:cNvPr id="3" name="바닥글 개체 틀 2">
            <a:extLst>
              <a:ext uri="{FF2B5EF4-FFF2-40B4-BE49-F238E27FC236}">
                <a16:creationId xmlns:a16="http://schemas.microsoft.com/office/drawing/2014/main" id="{3BA30A9C-BD11-6D0A-CBCA-F75366C0C678}"/>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95C7D854-6B8A-8C15-ACE6-EA8986297A25}"/>
              </a:ext>
            </a:extLst>
          </p:cNvPr>
          <p:cNvSpPr>
            <a:spLocks noGrp="1"/>
          </p:cNvSpPr>
          <p:nvPr>
            <p:ph type="sldNum" sz="quarter" idx="12"/>
          </p:nvPr>
        </p:nvSpPr>
        <p:spPr/>
        <p:txBody>
          <a:bodyPr/>
          <a:lstStyle/>
          <a:p>
            <a:fld id="{CC992391-0069-4883-9ECC-04D24DD55FF3}" type="slidenum">
              <a:rPr lang="ko-KR" altLang="en-US" smtClean="0"/>
              <a:t>‹#›</a:t>
            </a:fld>
            <a:endParaRPr lang="ko-KR" altLang="en-US"/>
          </a:p>
        </p:txBody>
      </p:sp>
    </p:spTree>
    <p:extLst>
      <p:ext uri="{BB962C8B-B14F-4D97-AF65-F5344CB8AC3E}">
        <p14:creationId xmlns:p14="http://schemas.microsoft.com/office/powerpoint/2010/main" val="1043224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D313A3E-5DA9-F97A-926A-538852B7B75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4D0385F3-914D-1757-A729-63DEC28E2E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F1AE0AA7-446F-F344-EA2C-4C7D98FA39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91852706-6371-DBD0-708B-4058977185F1}"/>
              </a:ext>
            </a:extLst>
          </p:cNvPr>
          <p:cNvSpPr>
            <a:spLocks noGrp="1"/>
          </p:cNvSpPr>
          <p:nvPr>
            <p:ph type="dt" sz="half" idx="10"/>
          </p:nvPr>
        </p:nvSpPr>
        <p:spPr/>
        <p:txBody>
          <a:bodyPr/>
          <a:lstStyle/>
          <a:p>
            <a:fld id="{D956D230-DD50-4D44-B5CC-476AEB699E3B}" type="datetimeFigureOut">
              <a:rPr lang="ko-KR" altLang="en-US" smtClean="0"/>
              <a:t>2025. 9. 25.</a:t>
            </a:fld>
            <a:endParaRPr lang="ko-KR" altLang="en-US"/>
          </a:p>
        </p:txBody>
      </p:sp>
      <p:sp>
        <p:nvSpPr>
          <p:cNvPr id="6" name="바닥글 개체 틀 5">
            <a:extLst>
              <a:ext uri="{FF2B5EF4-FFF2-40B4-BE49-F238E27FC236}">
                <a16:creationId xmlns:a16="http://schemas.microsoft.com/office/drawing/2014/main" id="{4944FE88-9C5C-2F2D-52E6-33DFDEA49EF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828A9F6-AB6E-96FB-B9D7-F4249E51DC3F}"/>
              </a:ext>
            </a:extLst>
          </p:cNvPr>
          <p:cNvSpPr>
            <a:spLocks noGrp="1"/>
          </p:cNvSpPr>
          <p:nvPr>
            <p:ph type="sldNum" sz="quarter" idx="12"/>
          </p:nvPr>
        </p:nvSpPr>
        <p:spPr/>
        <p:txBody>
          <a:bodyPr/>
          <a:lstStyle/>
          <a:p>
            <a:fld id="{CC992391-0069-4883-9ECC-04D24DD55FF3}" type="slidenum">
              <a:rPr lang="ko-KR" altLang="en-US" smtClean="0"/>
              <a:t>‹#›</a:t>
            </a:fld>
            <a:endParaRPr lang="ko-KR" altLang="en-US"/>
          </a:p>
        </p:txBody>
      </p:sp>
    </p:spTree>
    <p:extLst>
      <p:ext uri="{BB962C8B-B14F-4D97-AF65-F5344CB8AC3E}">
        <p14:creationId xmlns:p14="http://schemas.microsoft.com/office/powerpoint/2010/main" val="456411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B229719-8196-644F-00A3-DD67C9590E0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BCBBCD62-A16B-2469-AA4C-14C4851DE2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9B55E7FF-8DB9-C515-89CF-24B748495C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6E3ADD2-3956-16B0-2153-22DA5F88CE9A}"/>
              </a:ext>
            </a:extLst>
          </p:cNvPr>
          <p:cNvSpPr>
            <a:spLocks noGrp="1"/>
          </p:cNvSpPr>
          <p:nvPr>
            <p:ph type="dt" sz="half" idx="10"/>
          </p:nvPr>
        </p:nvSpPr>
        <p:spPr/>
        <p:txBody>
          <a:bodyPr/>
          <a:lstStyle/>
          <a:p>
            <a:fld id="{D956D230-DD50-4D44-B5CC-476AEB699E3B}" type="datetimeFigureOut">
              <a:rPr lang="ko-KR" altLang="en-US" smtClean="0"/>
              <a:t>2025. 9. 25.</a:t>
            </a:fld>
            <a:endParaRPr lang="ko-KR" altLang="en-US"/>
          </a:p>
        </p:txBody>
      </p:sp>
      <p:sp>
        <p:nvSpPr>
          <p:cNvPr id="6" name="바닥글 개체 틀 5">
            <a:extLst>
              <a:ext uri="{FF2B5EF4-FFF2-40B4-BE49-F238E27FC236}">
                <a16:creationId xmlns:a16="http://schemas.microsoft.com/office/drawing/2014/main" id="{5174331B-E778-58CF-49E8-A5D67572C6FF}"/>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3F0B81F-E5CE-F40D-BF25-235EA6420749}"/>
              </a:ext>
            </a:extLst>
          </p:cNvPr>
          <p:cNvSpPr>
            <a:spLocks noGrp="1"/>
          </p:cNvSpPr>
          <p:nvPr>
            <p:ph type="sldNum" sz="quarter" idx="12"/>
          </p:nvPr>
        </p:nvSpPr>
        <p:spPr/>
        <p:txBody>
          <a:bodyPr/>
          <a:lstStyle/>
          <a:p>
            <a:fld id="{CC992391-0069-4883-9ECC-04D24DD55FF3}" type="slidenum">
              <a:rPr lang="ko-KR" altLang="en-US" smtClean="0"/>
              <a:t>‹#›</a:t>
            </a:fld>
            <a:endParaRPr lang="ko-KR" altLang="en-US"/>
          </a:p>
        </p:txBody>
      </p:sp>
    </p:spTree>
    <p:extLst>
      <p:ext uri="{BB962C8B-B14F-4D97-AF65-F5344CB8AC3E}">
        <p14:creationId xmlns:p14="http://schemas.microsoft.com/office/powerpoint/2010/main" val="1271677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7D3B41-B348-C070-41E1-901A65537A46}"/>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2FE2D673-409E-49B6-9ACA-AD3CAF16E36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F969C18C-6B02-8A7A-132B-0AE6B7CF9770}"/>
              </a:ext>
            </a:extLst>
          </p:cNvPr>
          <p:cNvSpPr>
            <a:spLocks noGrp="1"/>
          </p:cNvSpPr>
          <p:nvPr>
            <p:ph type="dt" sz="half" idx="10"/>
          </p:nvPr>
        </p:nvSpPr>
        <p:spPr/>
        <p:txBody>
          <a:bodyPr/>
          <a:lstStyle/>
          <a:p>
            <a:fld id="{D956D230-DD50-4D44-B5CC-476AEB699E3B}" type="datetimeFigureOut">
              <a:rPr lang="ko-KR" altLang="en-US" smtClean="0"/>
              <a:t>2025. 9. 25.</a:t>
            </a:fld>
            <a:endParaRPr lang="ko-KR" altLang="en-US"/>
          </a:p>
        </p:txBody>
      </p:sp>
      <p:sp>
        <p:nvSpPr>
          <p:cNvPr id="5" name="바닥글 개체 틀 4">
            <a:extLst>
              <a:ext uri="{FF2B5EF4-FFF2-40B4-BE49-F238E27FC236}">
                <a16:creationId xmlns:a16="http://schemas.microsoft.com/office/drawing/2014/main" id="{24C66130-47CE-64A7-FF86-3D3AA974C79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3C7ED62-E6CE-D543-1169-06495FA84832}"/>
              </a:ext>
            </a:extLst>
          </p:cNvPr>
          <p:cNvSpPr>
            <a:spLocks noGrp="1"/>
          </p:cNvSpPr>
          <p:nvPr>
            <p:ph type="sldNum" sz="quarter" idx="12"/>
          </p:nvPr>
        </p:nvSpPr>
        <p:spPr/>
        <p:txBody>
          <a:bodyPr/>
          <a:lstStyle/>
          <a:p>
            <a:fld id="{CC992391-0069-4883-9ECC-04D24DD55FF3}" type="slidenum">
              <a:rPr lang="ko-KR" altLang="en-US" smtClean="0"/>
              <a:t>‹#›</a:t>
            </a:fld>
            <a:endParaRPr lang="ko-KR" altLang="en-US"/>
          </a:p>
        </p:txBody>
      </p:sp>
    </p:spTree>
    <p:extLst>
      <p:ext uri="{BB962C8B-B14F-4D97-AF65-F5344CB8AC3E}">
        <p14:creationId xmlns:p14="http://schemas.microsoft.com/office/powerpoint/2010/main" val="1693779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2B247391-002A-ED72-9666-77BDE653ADC3}"/>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CF83003B-46FF-87A4-22F1-8842C304F529}"/>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51DD010-F59B-6278-9ECD-6485F742B650}"/>
              </a:ext>
            </a:extLst>
          </p:cNvPr>
          <p:cNvSpPr>
            <a:spLocks noGrp="1"/>
          </p:cNvSpPr>
          <p:nvPr>
            <p:ph type="dt" sz="half" idx="10"/>
          </p:nvPr>
        </p:nvSpPr>
        <p:spPr/>
        <p:txBody>
          <a:bodyPr/>
          <a:lstStyle/>
          <a:p>
            <a:fld id="{D956D230-DD50-4D44-B5CC-476AEB699E3B}" type="datetimeFigureOut">
              <a:rPr lang="ko-KR" altLang="en-US" smtClean="0"/>
              <a:t>2025. 9. 25.</a:t>
            </a:fld>
            <a:endParaRPr lang="ko-KR" altLang="en-US"/>
          </a:p>
        </p:txBody>
      </p:sp>
      <p:sp>
        <p:nvSpPr>
          <p:cNvPr id="5" name="바닥글 개체 틀 4">
            <a:extLst>
              <a:ext uri="{FF2B5EF4-FFF2-40B4-BE49-F238E27FC236}">
                <a16:creationId xmlns:a16="http://schemas.microsoft.com/office/drawing/2014/main" id="{76D416B5-AF16-9623-8C49-F4FE9502D78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323AE9A1-0A3C-0310-9CF1-708188EF6787}"/>
              </a:ext>
            </a:extLst>
          </p:cNvPr>
          <p:cNvSpPr>
            <a:spLocks noGrp="1"/>
          </p:cNvSpPr>
          <p:nvPr>
            <p:ph type="sldNum" sz="quarter" idx="12"/>
          </p:nvPr>
        </p:nvSpPr>
        <p:spPr/>
        <p:txBody>
          <a:bodyPr/>
          <a:lstStyle/>
          <a:p>
            <a:fld id="{CC992391-0069-4883-9ECC-04D24DD55FF3}" type="slidenum">
              <a:rPr lang="ko-KR" altLang="en-US" smtClean="0"/>
              <a:t>‹#›</a:t>
            </a:fld>
            <a:endParaRPr lang="ko-KR" altLang="en-US"/>
          </a:p>
        </p:txBody>
      </p:sp>
    </p:spTree>
    <p:extLst>
      <p:ext uri="{BB962C8B-B14F-4D97-AF65-F5344CB8AC3E}">
        <p14:creationId xmlns:p14="http://schemas.microsoft.com/office/powerpoint/2010/main" val="23357403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제목 및 내용">
    <p:spTree>
      <p:nvGrpSpPr>
        <p:cNvPr id="1" name=""/>
        <p:cNvGrpSpPr/>
        <p:nvPr/>
      </p:nvGrpSpPr>
      <p:grpSpPr>
        <a:xfrm>
          <a:off x="0" y="0"/>
          <a:ext cx="0" cy="0"/>
          <a:chOff x="0" y="0"/>
          <a:chExt cx="0" cy="0"/>
        </a:xfrm>
      </p:grpSpPr>
      <p:sp>
        <p:nvSpPr>
          <p:cNvPr id="5" name="Slide Number Placeholder 6">
            <a:extLst>
              <a:ext uri="{FF2B5EF4-FFF2-40B4-BE49-F238E27FC236}">
                <a16:creationId xmlns:a16="http://schemas.microsoft.com/office/drawing/2014/main" id="{FEDC3CCC-947A-4D41-9F66-809F19825056}"/>
              </a:ext>
            </a:extLst>
          </p:cNvPr>
          <p:cNvSpPr>
            <a:spLocks noGrp="1"/>
          </p:cNvSpPr>
          <p:nvPr>
            <p:ph type="sldNum" sz="quarter" idx="12"/>
          </p:nvPr>
        </p:nvSpPr>
        <p:spPr>
          <a:xfrm>
            <a:off x="8610600" y="6356351"/>
            <a:ext cx="2743200" cy="365125"/>
          </a:xfrm>
        </p:spPr>
        <p:txBody>
          <a:bodyPr/>
          <a:lstStyle>
            <a:lvl1pPr>
              <a:defRPr>
                <a:solidFill>
                  <a:schemeClr val="bg1"/>
                </a:solidFill>
              </a:defRPr>
            </a:lvl1pPr>
          </a:lstStyle>
          <a:p>
            <a:fld id="{3583F749-40E7-475E-BB08-77FAF3D385F2}" type="slidenum">
              <a:rPr lang="ko-KR" altLang="en-US" smtClean="0"/>
              <a:pPr/>
              <a:t>‹#›</a:t>
            </a:fld>
            <a:endParaRPr lang="ko-KR" altLang="en-US"/>
          </a:p>
        </p:txBody>
      </p:sp>
    </p:spTree>
    <p:extLst>
      <p:ext uri="{BB962C8B-B14F-4D97-AF65-F5344CB8AC3E}">
        <p14:creationId xmlns:p14="http://schemas.microsoft.com/office/powerpoint/2010/main" val="1770596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F5A75F40-539E-4AE3-8A8B-9B362337D88C}"/>
              </a:ext>
            </a:extLst>
          </p:cNvPr>
          <p:cNvSpPr/>
          <p:nvPr userDrawn="1"/>
        </p:nvSpPr>
        <p:spPr>
          <a:xfrm rot="16200000" flipV="1">
            <a:off x="3006571" y="-3006573"/>
            <a:ext cx="6178858" cy="12192002"/>
          </a:xfrm>
          <a:prstGeom prst="rect">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그룹 1">
            <a:extLst>
              <a:ext uri="{FF2B5EF4-FFF2-40B4-BE49-F238E27FC236}">
                <a16:creationId xmlns:a16="http://schemas.microsoft.com/office/drawing/2014/main" id="{8082F5BE-DFFC-4821-A823-DB5DF8769CDA}"/>
              </a:ext>
            </a:extLst>
          </p:cNvPr>
          <p:cNvGrpSpPr/>
          <p:nvPr userDrawn="1"/>
        </p:nvGrpSpPr>
        <p:grpSpPr>
          <a:xfrm>
            <a:off x="9901561" y="6301594"/>
            <a:ext cx="2012272" cy="403204"/>
            <a:chOff x="9901561" y="6301594"/>
            <a:chExt cx="2012272" cy="403204"/>
          </a:xfrm>
        </p:grpSpPr>
        <p:pic>
          <p:nvPicPr>
            <p:cNvPr id="18" name="그림 17">
              <a:extLst>
                <a:ext uri="{FF2B5EF4-FFF2-40B4-BE49-F238E27FC236}">
                  <a16:creationId xmlns:a16="http://schemas.microsoft.com/office/drawing/2014/main" id="{7089A494-7B4D-48F8-903E-DE4F6CABC31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37605" y="6301594"/>
              <a:ext cx="376228" cy="390024"/>
            </a:xfrm>
            <a:prstGeom prst="rect">
              <a:avLst/>
            </a:prstGeom>
          </p:spPr>
        </p:pic>
        <p:sp>
          <p:nvSpPr>
            <p:cNvPr id="19" name="TextBox 18">
              <a:extLst>
                <a:ext uri="{FF2B5EF4-FFF2-40B4-BE49-F238E27FC236}">
                  <a16:creationId xmlns:a16="http://schemas.microsoft.com/office/drawing/2014/main" id="{C8ADB742-1802-4A41-ABC5-11EF37CA21B0}"/>
                </a:ext>
              </a:extLst>
            </p:cNvPr>
            <p:cNvSpPr txBox="1"/>
            <p:nvPr/>
          </p:nvSpPr>
          <p:spPr>
            <a:xfrm>
              <a:off x="9901561" y="6383363"/>
              <a:ext cx="1745534" cy="321435"/>
            </a:xfrm>
            <a:prstGeom prst="rect">
              <a:avLst/>
            </a:prstGeom>
            <a:noFill/>
            <a:ln>
              <a:noFill/>
            </a:ln>
          </p:spPr>
          <p:txBody>
            <a:bodyPr wrap="square" lIns="0" tIns="0" rIns="0" bIns="0" rtlCol="0">
              <a:spAutoFit/>
              <a:scene3d>
                <a:camera prst="orthographicFront"/>
                <a:lightRig rig="threePt" dir="t"/>
              </a:scene3d>
              <a:sp3d>
                <a:bevelT w="0" h="0"/>
              </a:sp3d>
            </a:bodyPr>
            <a:lstStyle/>
            <a:p>
              <a:pPr algn="ctr">
                <a:lnSpc>
                  <a:spcPct val="60000"/>
                </a:lnSpc>
                <a:spcBef>
                  <a:spcPts val="600"/>
                </a:spcBef>
              </a:pPr>
              <a:r>
                <a:rPr kumimoji="1" lang="en-US" altLang="ko-KR" sz="1400" b="0" kern="1200" spc="-50" baseline="0">
                  <a:ln>
                    <a:solidFill>
                      <a:srgbClr val="072C7F">
                        <a:alpha val="21000"/>
                      </a:srgbClr>
                    </a:solidFill>
                  </a:ln>
                  <a:solidFill>
                    <a:srgbClr val="00B0F0"/>
                  </a:solidFill>
                  <a:latin typeface="나눔스퀘어 Bold" panose="020B0600000101010101" pitchFamily="50" charset="-127"/>
                  <a:ea typeface="나눔스퀘어 Bold" panose="020B0600000101010101" pitchFamily="50" charset="-127"/>
                  <a:cs typeface="Arial" charset="0"/>
                </a:rPr>
                <a:t>                   </a:t>
              </a:r>
              <a:r>
                <a:rPr kumimoji="1" lang="en-US" altLang="ko-KR" sz="1400" b="0" kern="1200" spc="-50" baseline="0">
                  <a:ln>
                    <a:solidFill>
                      <a:srgbClr val="072C7F">
                        <a:alpha val="21000"/>
                      </a:srgbClr>
                    </a:solidFill>
                  </a:ln>
                  <a:solidFill>
                    <a:srgbClr val="072C7F"/>
                  </a:solidFill>
                  <a:latin typeface="나눔스퀘어 Bold" panose="020B0600000101010101" pitchFamily="50" charset="-127"/>
                  <a:ea typeface="나눔스퀘어 Bold" panose="020B0600000101010101" pitchFamily="50" charset="-127"/>
                  <a:cs typeface="Arial" charset="0"/>
                </a:rPr>
                <a:t>F M G L</a:t>
              </a:r>
            </a:p>
            <a:p>
              <a:pPr algn="ctr">
                <a:lnSpc>
                  <a:spcPct val="60000"/>
                </a:lnSpc>
                <a:spcBef>
                  <a:spcPts val="600"/>
                </a:spcBef>
              </a:pPr>
              <a:r>
                <a:rPr lang="en-US" altLang="ko-KR" sz="1050" b="0" kern="1200" spc="0" baseline="0">
                  <a:ln>
                    <a:solidFill>
                      <a:srgbClr val="4F81BD">
                        <a:alpha val="0"/>
                      </a:srgbClr>
                    </a:solidFill>
                  </a:ln>
                  <a:solidFill>
                    <a:srgbClr val="072C7F"/>
                  </a:solidFill>
                  <a:latin typeface="나눔스퀘어" panose="020B0600000101010101" pitchFamily="50" charset="-127"/>
                  <a:ea typeface="나눔스퀘어" panose="020B0600000101010101" pitchFamily="50" charset="-127"/>
                  <a:cs typeface="+mn-cs"/>
                </a:rPr>
                <a:t>Seoul</a:t>
              </a:r>
              <a:r>
                <a:rPr lang="ko-KR" altLang="en-US" sz="1050" b="0" kern="1200" spc="0" baseline="0">
                  <a:ln>
                    <a:solidFill>
                      <a:srgbClr val="4F81BD">
                        <a:alpha val="0"/>
                      </a:srgbClr>
                    </a:solidFill>
                  </a:ln>
                  <a:solidFill>
                    <a:srgbClr val="072C7F"/>
                  </a:solidFill>
                  <a:latin typeface="나눔스퀘어" panose="020B0600000101010101" pitchFamily="50" charset="-127"/>
                  <a:ea typeface="나눔스퀘어" panose="020B0600000101010101" pitchFamily="50" charset="-127"/>
                  <a:cs typeface="+mn-cs"/>
                </a:rPr>
                <a:t> </a:t>
              </a:r>
              <a:r>
                <a:rPr lang="en-US" altLang="ko-KR" sz="1050" b="0" kern="1200" spc="0" baseline="0">
                  <a:ln>
                    <a:solidFill>
                      <a:srgbClr val="4F81BD">
                        <a:alpha val="0"/>
                      </a:srgbClr>
                    </a:solidFill>
                  </a:ln>
                  <a:solidFill>
                    <a:srgbClr val="072C7F"/>
                  </a:solidFill>
                  <a:latin typeface="나눔스퀘어" panose="020B0600000101010101" pitchFamily="50" charset="-127"/>
                  <a:ea typeface="나눔스퀘어" panose="020B0600000101010101" pitchFamily="50" charset="-127"/>
                  <a:cs typeface="+mn-cs"/>
                </a:rPr>
                <a:t>Nat’l University</a:t>
              </a:r>
            </a:p>
          </p:txBody>
        </p:sp>
      </p:grpSp>
      <p:cxnSp>
        <p:nvCxnSpPr>
          <p:cNvPr id="25" name="직선 연결선 24">
            <a:extLst>
              <a:ext uri="{FF2B5EF4-FFF2-40B4-BE49-F238E27FC236}">
                <a16:creationId xmlns:a16="http://schemas.microsoft.com/office/drawing/2014/main" id="{131DDB0F-CCE2-44C1-9A8A-C3C0209FD158}"/>
              </a:ext>
            </a:extLst>
          </p:cNvPr>
          <p:cNvCxnSpPr>
            <a:cxnSpLocks/>
          </p:cNvCxnSpPr>
          <p:nvPr userDrawn="1"/>
        </p:nvCxnSpPr>
        <p:spPr>
          <a:xfrm>
            <a:off x="896644" y="3107180"/>
            <a:ext cx="5122416"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7612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E021FF88-9897-6692-CC31-98E27611A1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3D391E1F-BA11-3939-DB07-D3244DD980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3FA54B8-4E33-987C-2426-CA08253887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56D230-DD50-4D44-B5CC-476AEB699E3B}" type="datetimeFigureOut">
              <a:rPr lang="ko-KR" altLang="en-US" smtClean="0"/>
              <a:t>2025. 9. 25.</a:t>
            </a:fld>
            <a:endParaRPr lang="ko-KR" altLang="en-US"/>
          </a:p>
        </p:txBody>
      </p:sp>
      <p:sp>
        <p:nvSpPr>
          <p:cNvPr id="5" name="바닥글 개체 틀 4">
            <a:extLst>
              <a:ext uri="{FF2B5EF4-FFF2-40B4-BE49-F238E27FC236}">
                <a16:creationId xmlns:a16="http://schemas.microsoft.com/office/drawing/2014/main" id="{F51DE11E-25F9-C5E5-5FDC-60CDC4A03A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3D2F80B-70AA-A06B-438E-A9FB1D2D74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992391-0069-4883-9ECC-04D24DD55FF3}" type="slidenum">
              <a:rPr lang="ko-KR" altLang="en-US" smtClean="0"/>
              <a:t>‹#›</a:t>
            </a:fld>
            <a:endParaRPr lang="ko-KR" altLang="en-US"/>
          </a:p>
        </p:txBody>
      </p:sp>
    </p:spTree>
    <p:extLst>
      <p:ext uri="{BB962C8B-B14F-4D97-AF65-F5344CB8AC3E}">
        <p14:creationId xmlns:p14="http://schemas.microsoft.com/office/powerpoint/2010/main" val="17431155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F11A6FE-D57C-4621-8347-7C9CAD77D50F}"/>
              </a:ext>
            </a:extLst>
          </p:cNvPr>
          <p:cNvSpPr txBox="1"/>
          <p:nvPr/>
        </p:nvSpPr>
        <p:spPr>
          <a:xfrm>
            <a:off x="867511" y="3215832"/>
            <a:ext cx="5327101" cy="786434"/>
          </a:xfrm>
          <a:prstGeom prst="rect">
            <a:avLst/>
          </a:prstGeom>
          <a:noFill/>
        </p:spPr>
        <p:txBody>
          <a:bodyPr wrap="square" rtlCol="0">
            <a:spAutoFit/>
          </a:bodyPr>
          <a:lstStyle/>
          <a:p>
            <a:pPr>
              <a:lnSpc>
                <a:spcPct val="130000"/>
              </a:lnSpc>
            </a:pPr>
            <a:endParaRPr lang="en-US" altLang="ko-KR" dirty="0">
              <a:solidFill>
                <a:schemeClr val="bg1"/>
              </a:solidFill>
              <a:latin typeface="나눔스퀘어 Bold" panose="020B0600000101010101" pitchFamily="50" charset="-127"/>
              <a:ea typeface="나눔스퀘어 Bold" panose="020B0600000101010101" pitchFamily="50" charset="-127"/>
            </a:endParaRPr>
          </a:p>
          <a:p>
            <a:pPr>
              <a:lnSpc>
                <a:spcPct val="130000"/>
              </a:lnSpc>
            </a:pPr>
            <a:r>
              <a:rPr lang="en-US" altLang="ko-KR" dirty="0">
                <a:solidFill>
                  <a:schemeClr val="bg1"/>
                </a:solidFill>
                <a:latin typeface="나눔스퀘어 Bold" panose="020B0600000101010101" pitchFamily="50" charset="-127"/>
                <a:ea typeface="나눔스퀘어 Bold" panose="020B0600000101010101" pitchFamily="50" charset="-127"/>
              </a:rPr>
              <a:t>| 2025. 09.</a:t>
            </a:r>
            <a:r>
              <a:rPr lang="ko-KR" altLang="en-US" dirty="0">
                <a:solidFill>
                  <a:schemeClr val="bg1"/>
                </a:solidFill>
                <a:latin typeface="나눔스퀘어 Bold" panose="020B0600000101010101" pitchFamily="50" charset="-127"/>
                <a:ea typeface="나눔스퀘어 Bold" panose="020B0600000101010101" pitchFamily="50" charset="-127"/>
              </a:rPr>
              <a:t> </a:t>
            </a:r>
            <a:r>
              <a:rPr lang="en-US" altLang="ko-KR" dirty="0">
                <a:solidFill>
                  <a:schemeClr val="bg1"/>
                </a:solidFill>
                <a:latin typeface="나눔스퀘어 Bold" panose="020B0600000101010101" pitchFamily="50" charset="-127"/>
                <a:ea typeface="나눔스퀘어 Bold" panose="020B0600000101010101" pitchFamily="50" charset="-127"/>
              </a:rPr>
              <a:t>25.(</a:t>
            </a:r>
            <a:r>
              <a:rPr lang="ko-KR" altLang="en-US" dirty="0">
                <a:solidFill>
                  <a:schemeClr val="bg1"/>
                </a:solidFill>
                <a:latin typeface="나눔스퀘어 Bold" panose="020B0600000101010101" pitchFamily="50" charset="-127"/>
                <a:ea typeface="나눔스퀘어 Bold" panose="020B0600000101010101" pitchFamily="50" charset="-127"/>
              </a:rPr>
              <a:t>목</a:t>
            </a:r>
            <a:r>
              <a:rPr lang="en-US" altLang="ko-KR" dirty="0">
                <a:solidFill>
                  <a:schemeClr val="bg1"/>
                </a:solidFill>
                <a:latin typeface="나눔스퀘어 Bold" panose="020B0600000101010101" pitchFamily="50" charset="-127"/>
                <a:ea typeface="나눔스퀘어 Bold" panose="020B0600000101010101" pitchFamily="50" charset="-127"/>
              </a:rPr>
              <a:t>) |</a:t>
            </a:r>
          </a:p>
        </p:txBody>
      </p:sp>
      <p:sp>
        <p:nvSpPr>
          <p:cNvPr id="7" name="TextBox 6">
            <a:extLst>
              <a:ext uri="{FF2B5EF4-FFF2-40B4-BE49-F238E27FC236}">
                <a16:creationId xmlns:a16="http://schemas.microsoft.com/office/drawing/2014/main" id="{00C70B3A-F8EA-4463-9C06-14ADD736FB15}"/>
              </a:ext>
            </a:extLst>
          </p:cNvPr>
          <p:cNvSpPr txBox="1"/>
          <p:nvPr/>
        </p:nvSpPr>
        <p:spPr>
          <a:xfrm>
            <a:off x="777640" y="1558010"/>
            <a:ext cx="7881618" cy="1508105"/>
          </a:xfrm>
          <a:prstGeom prst="rect">
            <a:avLst/>
          </a:prstGeom>
          <a:noFill/>
        </p:spPr>
        <p:txBody>
          <a:bodyPr wrap="square" rtlCol="0">
            <a:spAutoFit/>
          </a:bodyPr>
          <a:lstStyle/>
          <a:p>
            <a:r>
              <a:rPr lang="en-US" altLang="ko-KR" sz="4400">
                <a:solidFill>
                  <a:schemeClr val="accent5">
                    <a:lumMod val="40000"/>
                    <a:lumOff val="60000"/>
                  </a:schemeClr>
                </a:solidFill>
                <a:latin typeface="나눔스퀘어 ExtraBold" panose="020B0600000101010101" pitchFamily="50" charset="-127"/>
                <a:ea typeface="나눔스퀘어 ExtraBold" panose="020B0600000101010101" pitchFamily="50" charset="-127"/>
              </a:rPr>
              <a:t>Dietary patterns</a:t>
            </a:r>
            <a:endParaRPr lang="en-US" altLang="ko-KR" sz="4400" dirty="0">
              <a:solidFill>
                <a:schemeClr val="accent5">
                  <a:lumMod val="40000"/>
                  <a:lumOff val="60000"/>
                </a:schemeClr>
              </a:solidFill>
              <a:latin typeface="나눔스퀘어 ExtraBold" panose="020B0600000101010101" pitchFamily="50" charset="-127"/>
              <a:ea typeface="나눔스퀘어 ExtraBold" panose="020B0600000101010101" pitchFamily="50" charset="-127"/>
            </a:endParaRPr>
          </a:p>
          <a:p>
            <a:r>
              <a:rPr lang="ko-KR" altLang="en-US" sz="4600">
                <a:solidFill>
                  <a:schemeClr val="bg1"/>
                </a:solidFill>
                <a:latin typeface="나눔스퀘어 ExtraBold" panose="020B0600000101010101" pitchFamily="50" charset="-127"/>
                <a:ea typeface="나눔스퀘어 ExtraBold" panose="020B0600000101010101" pitchFamily="50" charset="-127"/>
              </a:rPr>
              <a:t>네트워크 분석 사례 논문</a:t>
            </a:r>
            <a:endParaRPr lang="ko-KR" altLang="en-US" sz="4600" dirty="0">
              <a:solidFill>
                <a:schemeClr val="bg1"/>
              </a:solidFill>
              <a:latin typeface="나눔스퀘어 ExtraBold" panose="020B0600000101010101" pitchFamily="50" charset="-127"/>
              <a:ea typeface="나눔스퀘어 ExtraBold" panose="020B0600000101010101" pitchFamily="50" charset="-127"/>
            </a:endParaRPr>
          </a:p>
        </p:txBody>
      </p:sp>
    </p:spTree>
    <p:extLst>
      <p:ext uri="{BB962C8B-B14F-4D97-AF65-F5344CB8AC3E}">
        <p14:creationId xmlns:p14="http://schemas.microsoft.com/office/powerpoint/2010/main" val="418110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a:extLst>
              <a:ext uri="{FF2B5EF4-FFF2-40B4-BE49-F238E27FC236}">
                <a16:creationId xmlns:a16="http://schemas.microsoft.com/office/drawing/2014/main" id="{2C7AEFD0-E546-26FA-052F-6A3BDD7EC5D5}"/>
              </a:ext>
            </a:extLst>
          </p:cNvPr>
          <p:cNvCxnSpPr>
            <a:cxnSpLocks/>
          </p:cNvCxnSpPr>
          <p:nvPr/>
        </p:nvCxnSpPr>
        <p:spPr>
          <a:xfrm>
            <a:off x="203625" y="625569"/>
            <a:ext cx="11410443" cy="0"/>
          </a:xfrm>
          <a:prstGeom prst="line">
            <a:avLst/>
          </a:prstGeom>
          <a:ln w="38100">
            <a:gradFill flip="none" rotWithShape="1">
              <a:gsLst>
                <a:gs pos="0">
                  <a:schemeClr val="accent1">
                    <a:lumMod val="5000"/>
                    <a:lumOff val="95000"/>
                  </a:schemeClr>
                </a:gs>
                <a:gs pos="100000">
                  <a:srgbClr val="203864"/>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3" name="슬라이드 번호 개체 틀 4">
            <a:extLst>
              <a:ext uri="{FF2B5EF4-FFF2-40B4-BE49-F238E27FC236}">
                <a16:creationId xmlns:a16="http://schemas.microsoft.com/office/drawing/2014/main" id="{06DFC622-09BE-B5B5-6AA7-0A14592980A6}"/>
              </a:ext>
            </a:extLst>
          </p:cNvPr>
          <p:cNvSpPr>
            <a:spLocks noGrp="1"/>
          </p:cNvSpPr>
          <p:nvPr>
            <p:ph type="sldNum" sz="quarter" idx="12"/>
          </p:nvPr>
        </p:nvSpPr>
        <p:spPr>
          <a:xfrm>
            <a:off x="11582312" y="6432300"/>
            <a:ext cx="458632" cy="365121"/>
          </a:xfrm>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103960E3-3A3F-4900-8A03-B82E8F2AAFCC}" type="slidenum">
              <a:rPr kumimoji="0" lang="ko-KR" altLang="en-US" sz="1200" b="0" i="0" u="none" strike="noStrike" kern="1200" cap="none" spc="0" normalizeH="0" baseline="0" noProof="0" smtClean="0">
                <a:ln>
                  <a:noFill/>
                </a:ln>
                <a:solidFill>
                  <a:prstClr val="black">
                    <a:tint val="75000"/>
                  </a:prstClr>
                </a:solidFill>
                <a:effectLst/>
                <a:uLnTx/>
                <a:uFillTx/>
                <a:latin typeface="맑은 고딕" panose="020F050202020403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a:t>
            </a:fld>
            <a:endParaRPr kumimoji="0" lang="ko-KR" altLang="en-US" sz="1200" b="0" i="0" u="none" strike="noStrike" kern="1200" cap="none" spc="0" normalizeH="0" baseline="0" noProof="0">
              <a:ln>
                <a:noFill/>
              </a:ln>
              <a:solidFill>
                <a:prstClr val="black">
                  <a:tint val="75000"/>
                </a:prstClr>
              </a:solidFill>
              <a:effectLst/>
              <a:uLnTx/>
              <a:uFillTx/>
              <a:latin typeface="맑은 고딕" panose="020F0502020204030204"/>
              <a:ea typeface="맑은 고딕" panose="020B0503020000020004" pitchFamily="50" charset="-127"/>
              <a:cs typeface="+mn-cs"/>
            </a:endParaRPr>
          </a:p>
        </p:txBody>
      </p:sp>
      <p:sp>
        <p:nvSpPr>
          <p:cNvPr id="2" name="TextBox 1">
            <a:extLst>
              <a:ext uri="{FF2B5EF4-FFF2-40B4-BE49-F238E27FC236}">
                <a16:creationId xmlns:a16="http://schemas.microsoft.com/office/drawing/2014/main" id="{7F1E5602-45BE-BEDD-5526-A78B82263193}"/>
              </a:ext>
            </a:extLst>
          </p:cNvPr>
          <p:cNvSpPr txBox="1"/>
          <p:nvPr/>
        </p:nvSpPr>
        <p:spPr>
          <a:xfrm>
            <a:off x="203625" y="115633"/>
            <a:ext cx="11837319" cy="461665"/>
          </a:xfrm>
          <a:prstGeom prst="rect">
            <a:avLst/>
          </a:prstGeom>
          <a:noFill/>
        </p:spPr>
        <p:txBody>
          <a:bodyPr wrap="square">
            <a:spAutoFit/>
          </a:bodyPr>
          <a:lstStyle/>
          <a:p>
            <a:pPr defTabSz="180952">
              <a:defRPr/>
            </a:pPr>
            <a:r>
              <a:rPr lang="en-US" altLang="ko-KR" sz="2400" b="1">
                <a:ln w="9525">
                  <a:solidFill>
                    <a:srgbClr val="4F81BD">
                      <a:shade val="50000"/>
                      <a:alpha val="0"/>
                    </a:srgbClr>
                  </a:solidFill>
                </a:ln>
                <a:solidFill>
                  <a:schemeClr val="tx1">
                    <a:lumMod val="50000"/>
                    <a:lumOff val="50000"/>
                  </a:schemeClr>
                </a:solidFill>
                <a:latin typeface="Pretendard Black" panose="02000503000000020004" pitchFamily="2" charset="-127"/>
                <a:ea typeface="Pretendard Black" panose="02000503000000020004" pitchFamily="2" charset="-127"/>
                <a:cs typeface="Pretendard Black" panose="02000503000000020004" pitchFamily="2" charset="-127"/>
              </a:rPr>
              <a:t>00</a:t>
            </a:r>
            <a:r>
              <a:rPr lang="en-US" altLang="ko-KR" sz="2400" b="1">
                <a:ln w="9525">
                  <a:solidFill>
                    <a:srgbClr val="4F81BD">
                      <a:shade val="50000"/>
                      <a:alpha val="0"/>
                    </a:srgbClr>
                  </a:solidFill>
                </a:ln>
                <a:latin typeface="Pretendard Black" panose="02000503000000020004" pitchFamily="2" charset="-127"/>
                <a:ea typeface="Pretendard Black" panose="02000503000000020004" pitchFamily="2" charset="-127"/>
                <a:cs typeface="Pretendard Black" panose="02000503000000020004" pitchFamily="2" charset="-127"/>
              </a:rPr>
              <a:t> </a:t>
            </a:r>
            <a:r>
              <a:rPr lang="ko-KR" altLang="en-US" sz="2400" b="1" dirty="0">
                <a:ln w="9525">
                  <a:solidFill>
                    <a:srgbClr val="4F81BD">
                      <a:shade val="50000"/>
                      <a:alpha val="0"/>
                    </a:srgbClr>
                  </a:solidFill>
                </a:ln>
                <a:solidFill>
                  <a:srgbClr val="203864"/>
                </a:solidFill>
                <a:latin typeface="Pretendard Black" panose="02000503000000020004" pitchFamily="2" charset="-127"/>
                <a:ea typeface="Pretendard Black" panose="02000503000000020004" pitchFamily="2" charset="-127"/>
                <a:cs typeface="Pretendard Black" panose="02000503000000020004" pitchFamily="2" charset="-127"/>
              </a:rPr>
              <a:t>논문 개요</a:t>
            </a:r>
            <a:endParaRPr lang="en-US" altLang="ko-KR" sz="2400" b="1" dirty="0">
              <a:ln w="9525">
                <a:solidFill>
                  <a:srgbClr val="4F81BD">
                    <a:shade val="50000"/>
                    <a:alpha val="0"/>
                  </a:srgbClr>
                </a:solidFill>
              </a:ln>
              <a:solidFill>
                <a:srgbClr val="203864"/>
              </a:solidFill>
              <a:latin typeface="Pretendard Black" panose="02000503000000020004" pitchFamily="2" charset="-127"/>
              <a:ea typeface="Pretendard Black" panose="02000503000000020004" pitchFamily="2" charset="-127"/>
              <a:cs typeface="Pretendard Black" panose="02000503000000020004" pitchFamily="2" charset="-127"/>
            </a:endParaRPr>
          </a:p>
        </p:txBody>
      </p:sp>
      <p:pic>
        <p:nvPicPr>
          <p:cNvPr id="5" name="그림 4">
            <a:extLst>
              <a:ext uri="{FF2B5EF4-FFF2-40B4-BE49-F238E27FC236}">
                <a16:creationId xmlns:a16="http://schemas.microsoft.com/office/drawing/2014/main" id="{1B04F2F4-BE74-D18E-B70F-7DCFE55E8098}"/>
              </a:ext>
            </a:extLst>
          </p:cNvPr>
          <p:cNvPicPr>
            <a:picLocks noChangeAspect="1"/>
          </p:cNvPicPr>
          <p:nvPr/>
        </p:nvPicPr>
        <p:blipFill>
          <a:blip r:embed="rId3"/>
          <a:stretch>
            <a:fillRect/>
          </a:stretch>
        </p:blipFill>
        <p:spPr>
          <a:xfrm>
            <a:off x="2628900" y="1016578"/>
            <a:ext cx="6934200" cy="3162300"/>
          </a:xfrm>
          <a:prstGeom prst="rect">
            <a:avLst/>
          </a:prstGeom>
        </p:spPr>
      </p:pic>
      <p:sp>
        <p:nvSpPr>
          <p:cNvPr id="7" name="내용 개체 틀 1">
            <a:extLst>
              <a:ext uri="{FF2B5EF4-FFF2-40B4-BE49-F238E27FC236}">
                <a16:creationId xmlns:a16="http://schemas.microsoft.com/office/drawing/2014/main" id="{BB9238F4-C2DB-60A8-859D-0558D56F9D5B}"/>
              </a:ext>
            </a:extLst>
          </p:cNvPr>
          <p:cNvSpPr txBox="1">
            <a:spLocks/>
          </p:cNvSpPr>
          <p:nvPr/>
        </p:nvSpPr>
        <p:spPr>
          <a:xfrm>
            <a:off x="105508" y="4826586"/>
            <a:ext cx="11966330" cy="1653986"/>
          </a:xfrm>
          <a:prstGeom prst="rect">
            <a:avLst/>
          </a:prstGeom>
        </p:spPr>
        <p:txBody>
          <a:bodyP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 altLang="ko-KR" sz="1800" b="1" dirty="0">
                <a:latin typeface="Pretendard" panose="02000503000000020004" pitchFamily="2" charset="-127"/>
                <a:ea typeface="Pretendard" panose="02000503000000020004" pitchFamily="2" charset="-127"/>
                <a:cs typeface="Pretendard" panose="02000503000000020004" pitchFamily="2" charset="-127"/>
              </a:rPr>
              <a:t>Gaussian graphical models</a:t>
            </a:r>
            <a:r>
              <a:rPr lang="ko-KR" altLang="en-US" sz="1800" b="1" dirty="0">
                <a:latin typeface="Pretendard" panose="02000503000000020004" pitchFamily="2" charset="-127"/>
                <a:ea typeface="Pretendard" panose="02000503000000020004" pitchFamily="2" charset="-127"/>
                <a:cs typeface="Pretendard" panose="02000503000000020004" pitchFamily="2" charset="-127"/>
              </a:rPr>
              <a:t>을 이용한 식이 패턴과 과체중</a:t>
            </a:r>
            <a:r>
              <a:rPr lang="en-US" altLang="ko-KR" sz="1800" b="1" dirty="0">
                <a:latin typeface="Pretendard" panose="02000503000000020004" pitchFamily="2" charset="-127"/>
                <a:ea typeface="Pretendard" panose="02000503000000020004" pitchFamily="2" charset="-127"/>
                <a:cs typeface="Pretendard" panose="02000503000000020004" pitchFamily="2" charset="-127"/>
              </a:rPr>
              <a:t>/</a:t>
            </a:r>
            <a:r>
              <a:rPr lang="ko-KR" altLang="en-US" sz="1800" b="1" dirty="0">
                <a:latin typeface="Pretendard" panose="02000503000000020004" pitchFamily="2" charset="-127"/>
                <a:ea typeface="Pretendard" panose="02000503000000020004" pitchFamily="2" charset="-127"/>
                <a:cs typeface="Pretendard" panose="02000503000000020004" pitchFamily="2" charset="-127"/>
              </a:rPr>
              <a:t>비만 개인의 대사 프로파일 연구</a:t>
            </a:r>
          </a:p>
          <a:p>
            <a:endParaRPr lang="en-US" altLang="ko-KR" sz="1400" dirty="0">
              <a:latin typeface="Pretendard" panose="02000503000000020004" pitchFamily="2" charset="-127"/>
              <a:ea typeface="Pretendard" panose="02000503000000020004" pitchFamily="2" charset="-127"/>
              <a:cs typeface="Pretendard" panose="02000503000000020004" pitchFamily="2" charset="-127"/>
            </a:endParaRPr>
          </a:p>
          <a:p>
            <a:r>
              <a:rPr lang="ko-KR" altLang="en-US" sz="1400" dirty="0">
                <a:latin typeface="Pretendard" panose="02000503000000020004" pitchFamily="2" charset="-127"/>
                <a:ea typeface="Pretendard" panose="02000503000000020004" pitchFamily="2" charset="-127"/>
                <a:cs typeface="Pretendard" panose="02000503000000020004" pitchFamily="2" charset="-127"/>
              </a:rPr>
              <a:t>연구목적</a:t>
            </a:r>
            <a:r>
              <a:rPr lang="en-US" altLang="ko-KR" sz="14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400" dirty="0">
                <a:latin typeface="Pretendard" panose="02000503000000020004" pitchFamily="2" charset="-127"/>
                <a:ea typeface="Pretendard" panose="02000503000000020004" pitchFamily="2" charset="-127"/>
                <a:cs typeface="Pretendard" panose="02000503000000020004" pitchFamily="2" charset="-127"/>
              </a:rPr>
              <a:t>이란 과체중</a:t>
            </a:r>
            <a:r>
              <a:rPr lang="en-US" altLang="ko-KR" sz="14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400" dirty="0">
                <a:latin typeface="Pretendard" panose="02000503000000020004" pitchFamily="2" charset="-127"/>
                <a:ea typeface="Pretendard" panose="02000503000000020004" pitchFamily="2" charset="-127"/>
                <a:cs typeface="Pretendard" panose="02000503000000020004" pitchFamily="2" charset="-127"/>
              </a:rPr>
              <a:t>비만 성인에서 </a:t>
            </a:r>
            <a:r>
              <a:rPr lang="en" altLang="ko-KR" sz="1400" dirty="0">
                <a:latin typeface="Pretendard" panose="02000503000000020004" pitchFamily="2" charset="-127"/>
                <a:ea typeface="Pretendard" panose="02000503000000020004" pitchFamily="2" charset="-127"/>
                <a:cs typeface="Pretendard" panose="02000503000000020004" pitchFamily="2" charset="-127"/>
              </a:rPr>
              <a:t>Gaussian graphical model(GGM)</a:t>
            </a:r>
            <a:r>
              <a:rPr lang="ko-KR" altLang="en-US" sz="1400" dirty="0">
                <a:latin typeface="Pretendard" panose="02000503000000020004" pitchFamily="2" charset="-127"/>
                <a:ea typeface="Pretendard" panose="02000503000000020004" pitchFamily="2" charset="-127"/>
                <a:cs typeface="Pretendard" panose="02000503000000020004" pitchFamily="2" charset="-127"/>
              </a:rPr>
              <a:t>을 통해 식이 네트워크를 도출하고</a:t>
            </a:r>
            <a:r>
              <a:rPr lang="en-US" altLang="ko-KR" sz="14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400" dirty="0">
                <a:latin typeface="Pretendard" panose="02000503000000020004" pitchFamily="2" charset="-127"/>
                <a:ea typeface="Pretendard" panose="02000503000000020004" pitchFamily="2" charset="-127"/>
                <a:cs typeface="Pretendard" panose="02000503000000020004" pitchFamily="2" charset="-127"/>
              </a:rPr>
              <a:t>대사증후군 구성요소와의 연관성 분석</a:t>
            </a:r>
          </a:p>
          <a:p>
            <a:r>
              <a:rPr lang="ko-KR" altLang="en-US" sz="1400" dirty="0">
                <a:latin typeface="Pretendard" panose="02000503000000020004" pitchFamily="2" charset="-127"/>
                <a:ea typeface="Pretendard" panose="02000503000000020004" pitchFamily="2" charset="-127"/>
                <a:cs typeface="Pretendard" panose="02000503000000020004" pitchFamily="2" charset="-127"/>
              </a:rPr>
              <a:t>연구대상</a:t>
            </a:r>
            <a:r>
              <a:rPr lang="en-US" altLang="ko-KR" sz="14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400" dirty="0">
                <a:latin typeface="Pretendard" panose="02000503000000020004" pitchFamily="2" charset="-127"/>
                <a:ea typeface="Pretendard" panose="02000503000000020004" pitchFamily="2" charset="-127"/>
                <a:cs typeface="Pretendard" panose="02000503000000020004" pitchFamily="2" charset="-127"/>
              </a:rPr>
              <a:t>이란 </a:t>
            </a:r>
            <a:r>
              <a:rPr lang="ko-KR" altLang="en-US" sz="1400" dirty="0" err="1">
                <a:latin typeface="Pretendard" panose="02000503000000020004" pitchFamily="2" charset="-127"/>
                <a:ea typeface="Pretendard" panose="02000503000000020004" pitchFamily="2" charset="-127"/>
                <a:cs typeface="Pretendard" panose="02000503000000020004" pitchFamily="2" charset="-127"/>
              </a:rPr>
              <a:t>테브리즈</a:t>
            </a:r>
            <a:r>
              <a:rPr lang="en-US" altLang="ko-KR" sz="14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400" dirty="0">
                <a:latin typeface="Pretendard" panose="02000503000000020004" pitchFamily="2" charset="-127"/>
                <a:ea typeface="Pretendard" panose="02000503000000020004" pitchFamily="2" charset="-127"/>
                <a:cs typeface="Pretendard" panose="02000503000000020004" pitchFamily="2" charset="-127"/>
              </a:rPr>
              <a:t>테헤란 지역 </a:t>
            </a:r>
            <a:r>
              <a:rPr lang="en-US" altLang="ko-KR" sz="1400" dirty="0">
                <a:latin typeface="Pretendard" panose="02000503000000020004" pitchFamily="2" charset="-127"/>
                <a:ea typeface="Pretendard" panose="02000503000000020004" pitchFamily="2" charset="-127"/>
                <a:cs typeface="Pretendard" panose="02000503000000020004" pitchFamily="2" charset="-127"/>
              </a:rPr>
              <a:t>647</a:t>
            </a:r>
            <a:r>
              <a:rPr lang="ko-KR" altLang="en-US" sz="1400" dirty="0">
                <a:latin typeface="Pretendard" panose="02000503000000020004" pitchFamily="2" charset="-127"/>
                <a:ea typeface="Pretendard" panose="02000503000000020004" pitchFamily="2" charset="-127"/>
                <a:cs typeface="Pretendard" panose="02000503000000020004" pitchFamily="2" charset="-127"/>
              </a:rPr>
              <a:t>명</a:t>
            </a:r>
            <a:endParaRPr lang="en-US" altLang="ko-KR" sz="1400" dirty="0">
              <a:latin typeface="Pretendard" panose="02000503000000020004" pitchFamily="2" charset="-127"/>
              <a:ea typeface="Pretendard" panose="02000503000000020004" pitchFamily="2" charset="-127"/>
              <a:cs typeface="Pretendard" panose="02000503000000020004" pitchFamily="2" charset="-127"/>
            </a:endParaRPr>
          </a:p>
          <a:p>
            <a:r>
              <a:rPr lang="ko-KR" altLang="en-US" sz="1400" dirty="0">
                <a:latin typeface="Pretendard" panose="02000503000000020004" pitchFamily="2" charset="-127"/>
                <a:ea typeface="Pretendard" panose="02000503000000020004" pitchFamily="2" charset="-127"/>
                <a:cs typeface="Pretendard" panose="02000503000000020004" pitchFamily="2" charset="-127"/>
              </a:rPr>
              <a:t>논문 출판일</a:t>
            </a:r>
            <a:r>
              <a:rPr lang="en-US" altLang="ko-KR" sz="14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400" dirty="0">
                <a:latin typeface="Pretendard" panose="02000503000000020004" pitchFamily="2" charset="-127"/>
                <a:ea typeface="Pretendard" panose="02000503000000020004" pitchFamily="2" charset="-127"/>
                <a:cs typeface="Pretendard" panose="02000503000000020004" pitchFamily="2" charset="-127"/>
              </a:rPr>
              <a:t> </a:t>
            </a:r>
            <a:r>
              <a:rPr lang="en-US" altLang="ko-KR" sz="1400" dirty="0">
                <a:latin typeface="Pretendard" panose="02000503000000020004" pitchFamily="2" charset="-127"/>
                <a:ea typeface="Pretendard" panose="02000503000000020004" pitchFamily="2" charset="-127"/>
                <a:cs typeface="Pretendard" panose="02000503000000020004" pitchFamily="2" charset="-127"/>
              </a:rPr>
              <a:t>2025.04.05</a:t>
            </a:r>
          </a:p>
        </p:txBody>
      </p:sp>
    </p:spTree>
    <p:extLst>
      <p:ext uri="{BB962C8B-B14F-4D97-AF65-F5344CB8AC3E}">
        <p14:creationId xmlns:p14="http://schemas.microsoft.com/office/powerpoint/2010/main" val="2855988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C55E1-FA34-4B98-42CB-944161CA0676}"/>
            </a:ext>
          </a:extLst>
        </p:cNvPr>
        <p:cNvGrpSpPr/>
        <p:nvPr/>
      </p:nvGrpSpPr>
      <p:grpSpPr>
        <a:xfrm>
          <a:off x="0" y="0"/>
          <a:ext cx="0" cy="0"/>
          <a:chOff x="0" y="0"/>
          <a:chExt cx="0" cy="0"/>
        </a:xfrm>
      </p:grpSpPr>
      <p:cxnSp>
        <p:nvCxnSpPr>
          <p:cNvPr id="36" name="직선 연결선 35">
            <a:extLst>
              <a:ext uri="{FF2B5EF4-FFF2-40B4-BE49-F238E27FC236}">
                <a16:creationId xmlns:a16="http://schemas.microsoft.com/office/drawing/2014/main" id="{2F4625AE-073D-F180-FF53-2762BBADA640}"/>
              </a:ext>
            </a:extLst>
          </p:cNvPr>
          <p:cNvCxnSpPr>
            <a:cxnSpLocks/>
          </p:cNvCxnSpPr>
          <p:nvPr/>
        </p:nvCxnSpPr>
        <p:spPr>
          <a:xfrm>
            <a:off x="203625" y="625569"/>
            <a:ext cx="11410443" cy="0"/>
          </a:xfrm>
          <a:prstGeom prst="line">
            <a:avLst/>
          </a:prstGeom>
          <a:ln w="38100">
            <a:gradFill flip="none" rotWithShape="1">
              <a:gsLst>
                <a:gs pos="0">
                  <a:schemeClr val="accent1">
                    <a:lumMod val="5000"/>
                    <a:lumOff val="95000"/>
                  </a:schemeClr>
                </a:gs>
                <a:gs pos="100000">
                  <a:srgbClr val="203864"/>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3" name="슬라이드 번호 개체 틀 4">
            <a:extLst>
              <a:ext uri="{FF2B5EF4-FFF2-40B4-BE49-F238E27FC236}">
                <a16:creationId xmlns:a16="http://schemas.microsoft.com/office/drawing/2014/main" id="{04BBE404-207D-99AB-9D62-6994BBE586E6}"/>
              </a:ext>
            </a:extLst>
          </p:cNvPr>
          <p:cNvSpPr>
            <a:spLocks noGrp="1"/>
          </p:cNvSpPr>
          <p:nvPr>
            <p:ph type="sldNum" sz="quarter" idx="12"/>
          </p:nvPr>
        </p:nvSpPr>
        <p:spPr>
          <a:xfrm>
            <a:off x="11582312" y="6432300"/>
            <a:ext cx="458632" cy="365121"/>
          </a:xfrm>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103960E3-3A3F-4900-8A03-B82E8F2AAFCC}" type="slidenum">
              <a:rPr kumimoji="0" lang="ko-KR" altLang="en-US" sz="1200" b="0" i="0" u="none" strike="noStrike" kern="1200" cap="none" spc="0" normalizeH="0" baseline="0" noProof="0" smtClean="0">
                <a:ln>
                  <a:noFill/>
                </a:ln>
                <a:solidFill>
                  <a:prstClr val="black">
                    <a:tint val="75000"/>
                  </a:prstClr>
                </a:solidFill>
                <a:effectLst/>
                <a:uLnTx/>
                <a:uFillTx/>
                <a:latin typeface="맑은 고딕" panose="020F050202020403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3</a:t>
            </a:fld>
            <a:endParaRPr kumimoji="0" lang="ko-KR" altLang="en-US" sz="1200" b="0" i="0" u="none" strike="noStrike" kern="1200" cap="none" spc="0" normalizeH="0" baseline="0" noProof="0">
              <a:ln>
                <a:noFill/>
              </a:ln>
              <a:solidFill>
                <a:prstClr val="black">
                  <a:tint val="75000"/>
                </a:prstClr>
              </a:solidFill>
              <a:effectLst/>
              <a:uLnTx/>
              <a:uFillTx/>
              <a:latin typeface="맑은 고딕" panose="020F0502020204030204"/>
              <a:ea typeface="맑은 고딕" panose="020B0503020000020004" pitchFamily="50" charset="-127"/>
              <a:cs typeface="+mn-cs"/>
            </a:endParaRPr>
          </a:p>
        </p:txBody>
      </p:sp>
      <p:sp>
        <p:nvSpPr>
          <p:cNvPr id="2" name="TextBox 1">
            <a:extLst>
              <a:ext uri="{FF2B5EF4-FFF2-40B4-BE49-F238E27FC236}">
                <a16:creationId xmlns:a16="http://schemas.microsoft.com/office/drawing/2014/main" id="{84060A30-7874-9270-6946-873716E7ED50}"/>
              </a:ext>
            </a:extLst>
          </p:cNvPr>
          <p:cNvSpPr txBox="1"/>
          <p:nvPr/>
        </p:nvSpPr>
        <p:spPr>
          <a:xfrm>
            <a:off x="203625" y="115633"/>
            <a:ext cx="11837319" cy="461665"/>
          </a:xfrm>
          <a:prstGeom prst="rect">
            <a:avLst/>
          </a:prstGeom>
          <a:noFill/>
        </p:spPr>
        <p:txBody>
          <a:bodyPr wrap="square">
            <a:spAutoFit/>
          </a:bodyPr>
          <a:lstStyle/>
          <a:p>
            <a:pPr defTabSz="180952">
              <a:defRPr/>
            </a:pPr>
            <a:r>
              <a:rPr lang="en-US" altLang="ko-KR" sz="2400" b="1">
                <a:ln w="9525">
                  <a:solidFill>
                    <a:srgbClr val="4F81BD">
                      <a:shade val="50000"/>
                      <a:alpha val="0"/>
                    </a:srgbClr>
                  </a:solidFill>
                </a:ln>
                <a:solidFill>
                  <a:schemeClr val="tx1">
                    <a:lumMod val="50000"/>
                    <a:lumOff val="50000"/>
                  </a:schemeClr>
                </a:solidFill>
                <a:latin typeface="Pretendard Black" panose="02000503000000020004" pitchFamily="2" charset="-127"/>
                <a:ea typeface="Pretendard Black" panose="02000503000000020004" pitchFamily="2" charset="-127"/>
                <a:cs typeface="Pretendard Black" panose="02000503000000020004" pitchFamily="2" charset="-127"/>
              </a:rPr>
              <a:t>01</a:t>
            </a:r>
            <a:r>
              <a:rPr lang="en-US" altLang="ko-KR" sz="2400" b="1">
                <a:ln w="9525">
                  <a:solidFill>
                    <a:srgbClr val="4F81BD">
                      <a:shade val="50000"/>
                      <a:alpha val="0"/>
                    </a:srgbClr>
                  </a:solidFill>
                </a:ln>
                <a:latin typeface="Pretendard Black" panose="02000503000000020004" pitchFamily="2" charset="-127"/>
                <a:ea typeface="Pretendard Black" panose="02000503000000020004" pitchFamily="2" charset="-127"/>
                <a:cs typeface="Pretendard Black" panose="02000503000000020004" pitchFamily="2" charset="-127"/>
              </a:rPr>
              <a:t> </a:t>
            </a:r>
            <a:r>
              <a:rPr lang="ko-KR" altLang="en-US" sz="2400" b="1">
                <a:ln w="9525">
                  <a:solidFill>
                    <a:srgbClr val="4F81BD">
                      <a:shade val="50000"/>
                      <a:alpha val="0"/>
                    </a:srgbClr>
                  </a:solidFill>
                </a:ln>
                <a:solidFill>
                  <a:srgbClr val="203864"/>
                </a:solidFill>
                <a:latin typeface="Pretendard Black" panose="02000503000000020004" pitchFamily="2" charset="-127"/>
                <a:ea typeface="Pretendard Black" panose="02000503000000020004" pitchFamily="2" charset="-127"/>
                <a:cs typeface="Pretendard Black" panose="02000503000000020004" pitchFamily="2" charset="-127"/>
              </a:rPr>
              <a:t>서론</a:t>
            </a:r>
            <a:endParaRPr lang="en-US" altLang="ko-KR" sz="2400" b="1" dirty="0">
              <a:ln w="9525">
                <a:solidFill>
                  <a:srgbClr val="4F81BD">
                    <a:shade val="50000"/>
                    <a:alpha val="0"/>
                  </a:srgbClr>
                </a:solidFill>
              </a:ln>
              <a:solidFill>
                <a:srgbClr val="203864"/>
              </a:solidFill>
              <a:latin typeface="Pretendard Black" panose="02000503000000020004" pitchFamily="2" charset="-127"/>
              <a:ea typeface="Pretendard Black" panose="02000503000000020004" pitchFamily="2" charset="-127"/>
              <a:cs typeface="Pretendard Black" panose="02000503000000020004" pitchFamily="2" charset="-127"/>
            </a:endParaRPr>
          </a:p>
        </p:txBody>
      </p:sp>
      <p:sp>
        <p:nvSpPr>
          <p:cNvPr id="7" name="내용 개체 틀 1">
            <a:extLst>
              <a:ext uri="{FF2B5EF4-FFF2-40B4-BE49-F238E27FC236}">
                <a16:creationId xmlns:a16="http://schemas.microsoft.com/office/drawing/2014/main" id="{C91CC7E2-E518-4CA8-B09E-C01FD0BF845C}"/>
              </a:ext>
            </a:extLst>
          </p:cNvPr>
          <p:cNvSpPr txBox="1">
            <a:spLocks/>
          </p:cNvSpPr>
          <p:nvPr/>
        </p:nvSpPr>
        <p:spPr>
          <a:xfrm>
            <a:off x="105508" y="765302"/>
            <a:ext cx="11966330" cy="5382424"/>
          </a:xfrm>
          <a:prstGeom prst="rect">
            <a:avLst/>
          </a:prstGeom>
        </p:spPr>
        <p:txBody>
          <a:bodyP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ko-KR" altLang="en-US" sz="1600" b="1" dirty="0">
                <a:latin typeface="Pretendard" panose="02000503000000020004" pitchFamily="2" charset="-127"/>
                <a:ea typeface="Pretendard" panose="02000503000000020004" pitchFamily="2" charset="-127"/>
                <a:cs typeface="Pretendard" panose="02000503000000020004" pitchFamily="2" charset="-127"/>
              </a:rPr>
              <a:t>배경</a:t>
            </a:r>
          </a:p>
          <a:p>
            <a:pPr lvl="1">
              <a:lnSpc>
                <a:spcPct val="150000"/>
              </a:lnSpc>
              <a:spcBef>
                <a:spcPts val="0"/>
              </a:spcBef>
            </a:pP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대사증후군</a:t>
            </a: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a:t>
            </a:r>
            <a:r>
              <a:rPr lang="en" altLang="ko-KR" sz="1200" b="1" dirty="0" err="1">
                <a:latin typeface="Pretendard" panose="02000503000000020004" pitchFamily="2" charset="-127"/>
                <a:ea typeface="Pretendard" panose="02000503000000020004" pitchFamily="2" charset="-127"/>
                <a:cs typeface="Pretendard" panose="02000503000000020004" pitchFamily="2" charset="-127"/>
              </a:rPr>
              <a:t>MetS</a:t>
            </a:r>
            <a:r>
              <a:rPr lang="en" altLang="ko-KR" sz="1200" b="1" dirty="0">
                <a:latin typeface="Pretendard" panose="02000503000000020004" pitchFamily="2" charset="-127"/>
                <a:ea typeface="Pretendard" panose="02000503000000020004" pitchFamily="2" charset="-127"/>
                <a:cs typeface="Pretendard" panose="02000503000000020004" pitchFamily="2" charset="-127"/>
              </a:rPr>
              <a:t>)</a:t>
            </a:r>
          </a:p>
          <a:p>
            <a:pPr lvl="2">
              <a:lnSpc>
                <a:spcPct val="150000"/>
              </a:lnSpc>
              <a:spcBef>
                <a:spcPts val="0"/>
              </a:spcBef>
            </a:pPr>
            <a:r>
              <a:rPr lang="ko-KR" altLang="en-US" sz="1050" dirty="0">
                <a:latin typeface="Pretendard" panose="02000503000000020004" pitchFamily="2" charset="-127"/>
                <a:ea typeface="Pretendard" panose="02000503000000020004" pitchFamily="2" charset="-127"/>
                <a:cs typeface="Pretendard" panose="02000503000000020004" pitchFamily="2" charset="-127"/>
              </a:rPr>
              <a:t>제</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2</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형 당뇨병</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(T2D)</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과 심혈관질환</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(CVD)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위험을 증가시키는 대사 이상 관련 지표</a:t>
            </a:r>
            <a:endParaRPr lang="en-US" altLang="ko-KR" sz="1050" dirty="0">
              <a:latin typeface="Pretendard" panose="02000503000000020004" pitchFamily="2" charset="-127"/>
              <a:ea typeface="Pretendard" panose="02000503000000020004" pitchFamily="2" charset="-127"/>
              <a:cs typeface="Pretendard" panose="02000503000000020004" pitchFamily="2" charset="-127"/>
            </a:endParaRPr>
          </a:p>
          <a:p>
            <a:pPr lvl="2">
              <a:lnSpc>
                <a:spcPct val="150000"/>
              </a:lnSpc>
              <a:spcBef>
                <a:spcPts val="0"/>
              </a:spcBef>
            </a:pPr>
            <a:r>
              <a:rPr lang="ko-KR" altLang="en-US" sz="1050" dirty="0" err="1">
                <a:latin typeface="Pretendard" panose="02000503000000020004" pitchFamily="2" charset="-127"/>
                <a:ea typeface="Pretendard" panose="02000503000000020004" pitchFamily="2" charset="-127"/>
                <a:cs typeface="Pretendard" panose="02000503000000020004" pitchFamily="2" charset="-127"/>
              </a:rPr>
              <a:t>당불내성</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제</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2</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형 당뇨병</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err="1">
                <a:latin typeface="Pretendard" panose="02000503000000020004" pitchFamily="2" charset="-127"/>
                <a:ea typeface="Pretendard" panose="02000503000000020004" pitchFamily="2" charset="-127"/>
                <a:cs typeface="Pretendard" panose="02000503000000020004" pitchFamily="2" charset="-127"/>
              </a:rPr>
              <a:t>내당능장애</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또는 </a:t>
            </a:r>
            <a:r>
              <a:rPr lang="ko-KR" altLang="en-US" sz="1050" dirty="0" err="1">
                <a:latin typeface="Pretendard" panose="02000503000000020004" pitchFamily="2" charset="-127"/>
                <a:ea typeface="Pretendard" panose="02000503000000020004" pitchFamily="2" charset="-127"/>
                <a:cs typeface="Pretendard" panose="02000503000000020004" pitchFamily="2" charset="-127"/>
              </a:rPr>
              <a:t>공복혈장포도당</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 장애 포함</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혈압 상승</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err="1">
                <a:latin typeface="Pretendard" panose="02000503000000020004" pitchFamily="2" charset="-127"/>
                <a:ea typeface="Pretendard" panose="02000503000000020004" pitchFamily="2" charset="-127"/>
                <a:cs typeface="Pretendard" panose="02000503000000020004" pitchFamily="2" charset="-127"/>
              </a:rPr>
              <a:t>이상지질혈증</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인슐린 저항성</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복부비만과 같은 위험인자들의 조합</a:t>
            </a:r>
            <a:endParaRPr lang="en-US" altLang="ko-KR" sz="1050" dirty="0">
              <a:latin typeface="Pretendard" panose="02000503000000020004" pitchFamily="2" charset="-127"/>
              <a:ea typeface="Pretendard" panose="02000503000000020004" pitchFamily="2" charset="-127"/>
              <a:cs typeface="Pretendard" panose="02000503000000020004" pitchFamily="2" charset="-127"/>
            </a:endParaRPr>
          </a:p>
          <a:p>
            <a:pPr lvl="1">
              <a:lnSpc>
                <a:spcPct val="150000"/>
              </a:lnSpc>
              <a:spcBef>
                <a:spcPts val="0"/>
              </a:spcBef>
            </a:pP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전 세계 유병률</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일반인구 </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3.3%,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비만 아동 </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11.9%,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비만 성인 </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29.2%</a:t>
            </a:r>
          </a:p>
          <a:p>
            <a:pPr lvl="1">
              <a:lnSpc>
                <a:spcPct val="150000"/>
              </a:lnSpc>
              <a:spcBef>
                <a:spcPts val="0"/>
              </a:spcBef>
            </a:pP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이란 유병률</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36.9%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세계 평균보다 높음</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p>
          <a:p>
            <a:pPr lvl="1">
              <a:lnSpc>
                <a:spcPct val="150000"/>
              </a:lnSpc>
              <a:spcBef>
                <a:spcPts val="0"/>
              </a:spcBef>
            </a:pP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a:lnSpc>
                <a:spcPct val="150000"/>
              </a:lnSpc>
              <a:spcBef>
                <a:spcPts val="0"/>
              </a:spcBef>
            </a:pPr>
            <a:r>
              <a:rPr lang="ko-KR" altLang="en-US" sz="1600" b="1" dirty="0">
                <a:latin typeface="Pretendard" panose="02000503000000020004" pitchFamily="2" charset="-127"/>
                <a:ea typeface="Pretendard" panose="02000503000000020004" pitchFamily="2" charset="-127"/>
                <a:cs typeface="Pretendard" panose="02000503000000020004" pitchFamily="2" charset="-127"/>
              </a:rPr>
              <a:t>기존 연구의 한계</a:t>
            </a:r>
          </a:p>
          <a:p>
            <a:pPr lvl="1">
              <a:lnSpc>
                <a:spcPct val="150000"/>
              </a:lnSpc>
              <a:spcBef>
                <a:spcPts val="0"/>
              </a:spcBef>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과거에는 대부분 연구가 </a:t>
            </a: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개별 식품</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이나 </a:t>
            </a: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영양소</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에 초점 </a:t>
            </a:r>
            <a:r>
              <a:rPr lang="en-US" altLang="ko-KR"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최근에는 식품</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영양소를 넘어 </a:t>
            </a: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dietary pattern</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과 만성질환 간의 상관성에 대한 연구가 떠오르고 있음</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p>
          <a:p>
            <a:pPr lvl="1">
              <a:lnSpc>
                <a:spcPct val="150000"/>
              </a:lnSpc>
              <a:spcBef>
                <a:spcPts val="0"/>
              </a:spcBef>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기존에는 </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Dietary Pattern</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을 </a:t>
            </a: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PCA/</a:t>
            </a: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클러스터링</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으로 도출 </a:t>
            </a:r>
            <a:r>
              <a:rPr lang="en-US" altLang="ko-KR"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 최근에는 </a:t>
            </a:r>
            <a:r>
              <a:rPr lang="en-US" altLang="ko-KR" sz="1200" b="1"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Gaussian Graphical models (GGM)</a:t>
            </a:r>
            <a:r>
              <a:rPr lang="ko-KR" altLang="en-US"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이</a:t>
            </a:r>
            <a:r>
              <a:rPr lang="en-US" altLang="ko-KR"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식품군 간 조건부 독립을 밝히는 방법으로 떠오르고 있음</a:t>
            </a:r>
            <a:r>
              <a:rPr lang="en-US" altLang="ko-KR"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lvl="2">
              <a:lnSpc>
                <a:spcPct val="150000"/>
              </a:lnSpc>
              <a:spcBef>
                <a:spcPts val="0"/>
              </a:spcBef>
            </a:pPr>
            <a:r>
              <a:rPr lang="ko-KR" altLang="en-US" sz="1050" dirty="0">
                <a:latin typeface="Pretendard" panose="02000503000000020004" pitchFamily="2" charset="-127"/>
                <a:ea typeface="Pretendard" panose="02000503000000020004" pitchFamily="2" charset="-127"/>
                <a:cs typeface="Pretendard" panose="02000503000000020004" pitchFamily="2" charset="-127"/>
              </a:rPr>
              <a:t>하나의 식품군이 여러 </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dietary pattern</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과 관련이 있고</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 식품군 사이 관계에 또 다른 식품군이 영향을 미치는 경우도 많음</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a:t>
            </a:r>
            <a:endParaRPr lang="en-US" altLang="ko-KR" sz="1050" b="1" dirty="0">
              <a:latin typeface="Pretendard" panose="02000503000000020004" pitchFamily="2" charset="-127"/>
              <a:ea typeface="Pretendard" panose="02000503000000020004" pitchFamily="2" charset="-127"/>
              <a:cs typeface="Pretendard" panose="02000503000000020004" pitchFamily="2" charset="-127"/>
            </a:endParaRPr>
          </a:p>
          <a:p>
            <a:pPr lvl="1">
              <a:lnSpc>
                <a:spcPct val="150000"/>
              </a:lnSpc>
              <a:spcBef>
                <a:spcPts val="0"/>
              </a:spcBef>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기존 </a:t>
            </a:r>
            <a:r>
              <a:rPr lang="en" altLang="ko-KR" sz="1200" b="1" dirty="0">
                <a:latin typeface="Pretendard" panose="02000503000000020004" pitchFamily="2" charset="-127"/>
                <a:ea typeface="Pretendard" panose="02000503000000020004" pitchFamily="2" charset="-127"/>
                <a:cs typeface="Pretendard" panose="02000503000000020004" pitchFamily="2" charset="-127"/>
              </a:rPr>
              <a:t>GGM</a:t>
            </a: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 활용 식이</a:t>
            </a: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네트워크 </a:t>
            </a: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 </a:t>
            </a:r>
            <a:r>
              <a:rPr lang="en-US" altLang="ko-KR" sz="1200" b="1" dirty="0" err="1">
                <a:latin typeface="Pretendard" panose="02000503000000020004" pitchFamily="2" charset="-127"/>
                <a:ea typeface="Pretendard" panose="02000503000000020004" pitchFamily="2" charset="-127"/>
                <a:cs typeface="Pretendard" panose="02000503000000020004" pitchFamily="2" charset="-127"/>
              </a:rPr>
              <a:t>MetS</a:t>
            </a: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 분석</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은 제한적</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en-US" altLang="ko-KR"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 </a:t>
            </a:r>
            <a:r>
              <a:rPr lang="ko-KR" altLang="en-US" sz="1200" b="1"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비만 인구</a:t>
            </a:r>
            <a:r>
              <a:rPr lang="ko-KR" altLang="en-US"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를 대상으로 </a:t>
            </a:r>
            <a:r>
              <a:rPr lang="ko-KR" altLang="en-US" sz="1200" b="1"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대사 위험 </a:t>
            </a:r>
            <a:r>
              <a:rPr lang="ko-KR" altLang="en-US" sz="1200" b="1" dirty="0" err="1">
                <a:latin typeface="Pretendard" panose="02000503000000020004" pitchFamily="2" charset="-127"/>
                <a:ea typeface="Pretendard" panose="02000503000000020004" pitchFamily="2" charset="-127"/>
                <a:cs typeface="Pretendard" panose="02000503000000020004" pitchFamily="2" charset="-127"/>
                <a:sym typeface="Wingdings" pitchFamily="2" charset="2"/>
              </a:rPr>
              <a:t>요인</a:t>
            </a:r>
            <a:r>
              <a:rPr lang="ko-KR" altLang="en-US" sz="1200" dirty="0" err="1">
                <a:latin typeface="Pretendard" panose="02000503000000020004" pitchFamily="2" charset="-127"/>
                <a:ea typeface="Pretendard" panose="02000503000000020004" pitchFamily="2" charset="-127"/>
                <a:cs typeface="Pretendard" panose="02000503000000020004" pitchFamily="2" charset="-127"/>
                <a:sym typeface="Wingdings" pitchFamily="2" charset="2"/>
              </a:rPr>
              <a:t>들과의</a:t>
            </a:r>
            <a:r>
              <a:rPr lang="ko-KR" altLang="en-US"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 상관을 상세히 분석한 사례는 없음</a:t>
            </a:r>
            <a:r>
              <a:rPr lang="en-US" altLang="ko-KR"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a:t>
            </a:r>
            <a:br>
              <a:rPr lang="en-US" altLang="ko-KR"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br>
            <a:r>
              <a:rPr lang="ko-KR" altLang="en-US"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                                                                                     </a:t>
            </a:r>
            <a:r>
              <a:rPr lang="en-US" altLang="ko-KR"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 특정 인구를 대상으로만 하였으나</a:t>
            </a:r>
            <a:r>
              <a:rPr lang="en-US" altLang="ko-KR"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 </a:t>
            </a:r>
            <a:r>
              <a:rPr lang="en-US" altLang="ko-KR" sz="1200" b="1"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Iran</a:t>
            </a:r>
            <a:r>
              <a:rPr lang="ko-KR" altLang="en-US" sz="1200" b="1"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에는 다양한 문화</a:t>
            </a:r>
            <a:r>
              <a:rPr lang="ko-KR" altLang="en-US"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가 있어 보다 다양한 식이 패턴 분석이 가능함</a:t>
            </a:r>
            <a:r>
              <a:rPr lang="en-US" altLang="ko-KR"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 </a:t>
            </a:r>
            <a:endParaRPr lang="ko-KR" altLang="en-US" sz="1200" dirty="0">
              <a:latin typeface="Pretendard" panose="02000503000000020004" pitchFamily="2" charset="-127"/>
              <a:ea typeface="Pretendard" panose="02000503000000020004" pitchFamily="2" charset="-127"/>
              <a:cs typeface="Pretendard" panose="02000503000000020004" pitchFamily="2" charset="-127"/>
            </a:endParaRPr>
          </a:p>
          <a:p>
            <a:pPr>
              <a:lnSpc>
                <a:spcPct val="150000"/>
              </a:lnSpc>
              <a:spcBef>
                <a:spcPts val="0"/>
              </a:spcBef>
            </a:pPr>
            <a:endParaRPr lang="en-US" altLang="ko-KR" sz="1600" b="1" dirty="0">
              <a:latin typeface="Pretendard" panose="02000503000000020004" pitchFamily="2" charset="-127"/>
              <a:ea typeface="Pretendard" panose="02000503000000020004" pitchFamily="2" charset="-127"/>
              <a:cs typeface="Pretendard" panose="02000503000000020004" pitchFamily="2" charset="-127"/>
            </a:endParaRPr>
          </a:p>
          <a:p>
            <a:pPr>
              <a:lnSpc>
                <a:spcPct val="150000"/>
              </a:lnSpc>
              <a:spcBef>
                <a:spcPts val="0"/>
              </a:spcBef>
            </a:pPr>
            <a:r>
              <a:rPr lang="ko-KR" altLang="en-US" sz="1600" b="1" dirty="0">
                <a:latin typeface="Pretendard" panose="02000503000000020004" pitchFamily="2" charset="-127"/>
                <a:ea typeface="Pretendard" panose="02000503000000020004" pitchFamily="2" charset="-127"/>
                <a:cs typeface="Pretendard" panose="02000503000000020004" pitchFamily="2" charset="-127"/>
              </a:rPr>
              <a:t>연구 목적</a:t>
            </a:r>
          </a:p>
          <a:p>
            <a:pPr lvl="1">
              <a:lnSpc>
                <a:spcPct val="150000"/>
              </a:lnSpc>
              <a:spcBef>
                <a:spcPts val="0"/>
              </a:spcBef>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비만 인구 대상</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lvl="1">
              <a:lnSpc>
                <a:spcPct val="150000"/>
              </a:lnSpc>
              <a:spcBef>
                <a:spcPts val="0"/>
              </a:spcBef>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식이 네트워크와 각 네트워크의 중심 식품을 탐색</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lvl="1">
              <a:lnSpc>
                <a:spcPct val="150000"/>
              </a:lnSpc>
              <a:spcBef>
                <a:spcPts val="0"/>
              </a:spcBef>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각 네트워크와 </a:t>
            </a:r>
            <a:r>
              <a:rPr lang="en" altLang="ko-KR" sz="1200" dirty="0" err="1">
                <a:latin typeface="Pretendard" panose="02000503000000020004" pitchFamily="2" charset="-127"/>
                <a:ea typeface="Pretendard" panose="02000503000000020004" pitchFamily="2" charset="-127"/>
                <a:cs typeface="Pretendard" panose="02000503000000020004" pitchFamily="2" charset="-127"/>
              </a:rPr>
              <a:t>MetS</a:t>
            </a:r>
            <a:r>
              <a:rPr lang="en" altLang="ko-KR" sz="1200" dirty="0">
                <a:latin typeface="Pretendard" panose="02000503000000020004" pitchFamily="2" charset="-127"/>
                <a:ea typeface="Pretendard" panose="02000503000000020004" pitchFamily="2" charset="-127"/>
                <a:cs typeface="Pretendard" panose="02000503000000020004" pitchFamily="2" charset="-127"/>
              </a:rPr>
              <a:t> components</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와 </a:t>
            </a:r>
            <a:r>
              <a:rPr lang="en" altLang="ko-KR" sz="1200" dirty="0">
                <a:latin typeface="Pretendard" panose="02000503000000020004" pitchFamily="2" charset="-127"/>
                <a:ea typeface="Pretendard" panose="02000503000000020004" pitchFamily="2" charset="-127"/>
                <a:cs typeface="Pretendard" panose="02000503000000020004" pitchFamily="2" charset="-127"/>
              </a:rPr>
              <a:t>glycemic markers</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간의 상관성 도출</a:t>
            </a:r>
            <a:endParaRPr lang="en" altLang="ko-KR" sz="1200" dirty="0">
              <a:latin typeface="Pretendard" panose="02000503000000020004" pitchFamily="2" charset="-127"/>
              <a:ea typeface="Pretendard" panose="02000503000000020004" pitchFamily="2" charset="-127"/>
              <a:cs typeface="Pretendard" panose="02000503000000020004" pitchFamily="2" charset="-127"/>
            </a:endParaRPr>
          </a:p>
        </p:txBody>
      </p:sp>
      <p:graphicFrame>
        <p:nvGraphicFramePr>
          <p:cNvPr id="8" name="표 7">
            <a:extLst>
              <a:ext uri="{FF2B5EF4-FFF2-40B4-BE49-F238E27FC236}">
                <a16:creationId xmlns:a16="http://schemas.microsoft.com/office/drawing/2014/main" id="{17B365CE-D525-4343-A97E-4DC492A3C409}"/>
              </a:ext>
            </a:extLst>
          </p:cNvPr>
          <p:cNvGraphicFramePr>
            <a:graphicFrameLocks noGrp="1"/>
          </p:cNvGraphicFramePr>
          <p:nvPr>
            <p:extLst>
              <p:ext uri="{D42A27DB-BD31-4B8C-83A1-F6EECF244321}">
                <p14:modId xmlns:p14="http://schemas.microsoft.com/office/powerpoint/2010/main" val="482024874"/>
              </p:ext>
            </p:extLst>
          </p:nvPr>
        </p:nvGraphicFramePr>
        <p:xfrm>
          <a:off x="6506445" y="4638966"/>
          <a:ext cx="5107623" cy="1508760"/>
        </p:xfrm>
        <a:graphic>
          <a:graphicData uri="http://schemas.openxmlformats.org/drawingml/2006/table">
            <a:tbl>
              <a:tblPr firstRow="1" bandRow="1">
                <a:tableStyleId>{2D5ABB26-0587-4C30-8999-92F81FD0307C}</a:tableStyleId>
              </a:tblPr>
              <a:tblGrid>
                <a:gridCol w="1862455">
                  <a:extLst>
                    <a:ext uri="{9D8B030D-6E8A-4147-A177-3AD203B41FA5}">
                      <a16:colId xmlns:a16="http://schemas.microsoft.com/office/drawing/2014/main" val="1040437493"/>
                    </a:ext>
                  </a:extLst>
                </a:gridCol>
                <a:gridCol w="3245168">
                  <a:extLst>
                    <a:ext uri="{9D8B030D-6E8A-4147-A177-3AD203B41FA5}">
                      <a16:colId xmlns:a16="http://schemas.microsoft.com/office/drawing/2014/main" val="4217700837"/>
                    </a:ext>
                  </a:extLst>
                </a:gridCol>
              </a:tblGrid>
              <a:tr h="232995">
                <a:tc>
                  <a:txBody>
                    <a:bodyPr/>
                    <a:lstStyle/>
                    <a:p>
                      <a:pPr algn="r" latinLnBrk="1"/>
                      <a:r>
                        <a:rPr lang="en-US" altLang="ko-KR" sz="105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Iqbal et al. (2016)</a:t>
                      </a:r>
                      <a:endParaRPr lang="ko-KR" altLang="en-US" sz="105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a:txBody>
                  <a:tcPr anchor="ctr">
                    <a:lnR w="6350" cap="flat" cmpd="sng" algn="ctr">
                      <a:solidFill>
                        <a:schemeClr val="tx1">
                          <a:lumMod val="50000"/>
                          <a:lumOff val="50000"/>
                        </a:schemeClr>
                      </a:solidFill>
                      <a:prstDash val="solid"/>
                      <a:round/>
                      <a:headEnd type="none" w="med" len="med"/>
                      <a:tailEnd type="none" w="med" len="med"/>
                    </a:lnR>
                    <a:lnB w="12700" cap="flat" cmpd="sng" algn="ctr">
                      <a:solidFill>
                        <a:schemeClr val="tx1">
                          <a:lumMod val="50000"/>
                          <a:lumOff val="50000"/>
                        </a:schemeClr>
                      </a:solidFill>
                      <a:prstDash val="solid"/>
                      <a:round/>
                      <a:headEnd type="none" w="med" len="med"/>
                      <a:tailEnd type="none" w="med" len="med"/>
                    </a:lnB>
                    <a:solidFill>
                      <a:srgbClr val="DEEBF7"/>
                    </a:solidFill>
                  </a:tcPr>
                </a:tc>
                <a:tc>
                  <a:txBody>
                    <a:bodyPr/>
                    <a:lstStyle/>
                    <a:p>
                      <a:pPr latinLnBrk="1"/>
                      <a:r>
                        <a:rPr lang="ko-KR" altLang="en-US" sz="1050" b="0" kern="1200">
                          <a:solidFill>
                            <a:schemeClr val="tx1"/>
                          </a:solidFill>
                          <a:latin typeface="Pretendard" panose="02000503000000020004" pitchFamily="2" charset="-127"/>
                          <a:ea typeface="Pretendard" panose="02000503000000020004" pitchFamily="2" charset="-127"/>
                          <a:cs typeface="Pretendard" panose="02000503000000020004" pitchFamily="2" charset="-127"/>
                        </a:rPr>
                        <a:t>독일 성인에서 </a:t>
                      </a:r>
                      <a:r>
                        <a:rPr lang="en-US" altLang="ko-KR" sz="1050" b="0" kern="1200">
                          <a:solidFill>
                            <a:schemeClr val="tx1"/>
                          </a:solidFill>
                          <a:latin typeface="Pretendard" panose="02000503000000020004" pitchFamily="2" charset="-127"/>
                          <a:ea typeface="Pretendard" panose="02000503000000020004" pitchFamily="2" charset="-127"/>
                          <a:cs typeface="Pretendard" panose="02000503000000020004" pitchFamily="2" charset="-127"/>
                        </a:rPr>
                        <a:t>dietary network </a:t>
                      </a:r>
                      <a:r>
                        <a:rPr lang="ko-KR" altLang="en-US" sz="1050" b="0" kern="1200">
                          <a:solidFill>
                            <a:schemeClr val="tx1"/>
                          </a:solidFill>
                          <a:latin typeface="Pretendard" panose="02000503000000020004" pitchFamily="2" charset="-127"/>
                          <a:ea typeface="Pretendard" panose="02000503000000020004" pitchFamily="2" charset="-127"/>
                          <a:cs typeface="Pretendard" panose="02000503000000020004" pitchFamily="2" charset="-127"/>
                        </a:rPr>
                        <a:t>발견</a:t>
                      </a:r>
                      <a:endParaRPr lang="ko-KR" altLang="en-US" sz="1050" kern="120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a:txBody>
                  <a:tcPr anchor="ctr">
                    <a:lnL w="6350" cap="flat" cmpd="sng" algn="ctr">
                      <a:solidFill>
                        <a:schemeClr val="tx1">
                          <a:lumMod val="50000"/>
                          <a:lumOff val="50000"/>
                        </a:schemeClr>
                      </a:solidFill>
                      <a:prstDash val="solid"/>
                      <a:round/>
                      <a:headEnd type="none" w="med" len="med"/>
                      <a:tailEnd type="none" w="med" len="med"/>
                    </a:lnL>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885165699"/>
                  </a:ext>
                </a:extLst>
              </a:tr>
              <a:tr h="232995">
                <a:tc>
                  <a:txBody>
                    <a:bodyPr/>
                    <a:lstStyle/>
                    <a:p>
                      <a:pPr algn="r" latinLnBrk="1"/>
                      <a:r>
                        <a:rPr lang="en-US" altLang="ko-KR" sz="105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Iqbal et al. (2018)</a:t>
                      </a:r>
                      <a:endParaRPr lang="ko-KR" altLang="en-US" sz="105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a:txBody>
                  <a:tcPr anchor="ctr">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DEEBF7"/>
                    </a:solidFill>
                  </a:tcPr>
                </a:tc>
                <a:tc>
                  <a:txBody>
                    <a:bodyPr/>
                    <a:lstStyle/>
                    <a:p>
                      <a:pPr latinLnBrk="1"/>
                      <a:r>
                        <a:rPr lang="ko-KR" altLang="en-US" sz="1050" kern="1200">
                          <a:solidFill>
                            <a:schemeClr val="tx1"/>
                          </a:solidFill>
                          <a:latin typeface="Pretendard" panose="02000503000000020004" pitchFamily="2" charset="-127"/>
                          <a:ea typeface="Pretendard" panose="02000503000000020004" pitchFamily="2" charset="-127"/>
                          <a:cs typeface="Pretendard" panose="02000503000000020004" pitchFamily="2" charset="-127"/>
                        </a:rPr>
                        <a:t>여성의 서구형 패턴이 </a:t>
                      </a:r>
                      <a:r>
                        <a:rPr lang="en-US" altLang="ko-KR" sz="1050" kern="1200">
                          <a:solidFill>
                            <a:schemeClr val="tx1"/>
                          </a:solidFill>
                          <a:latin typeface="Pretendard" panose="02000503000000020004" pitchFamily="2" charset="-127"/>
                          <a:ea typeface="Pretendard" panose="02000503000000020004" pitchFamily="2" charset="-127"/>
                          <a:cs typeface="Pretendard" panose="02000503000000020004" pitchFamily="2" charset="-127"/>
                        </a:rPr>
                        <a:t>T2DM </a:t>
                      </a:r>
                      <a:r>
                        <a:rPr lang="ko-KR" altLang="en-US" sz="1050" kern="1200">
                          <a:solidFill>
                            <a:schemeClr val="tx1"/>
                          </a:solidFill>
                          <a:latin typeface="Pretendard" panose="02000503000000020004" pitchFamily="2" charset="-127"/>
                          <a:ea typeface="Pretendard" panose="02000503000000020004" pitchFamily="2" charset="-127"/>
                          <a:cs typeface="Pretendard" panose="02000503000000020004" pitchFamily="2" charset="-127"/>
                        </a:rPr>
                        <a:t>위험 증가와 연관</a:t>
                      </a:r>
                    </a:p>
                  </a:txBody>
                  <a:tcPr anchor="ctr">
                    <a:lnL w="6350" cap="flat" cmpd="sng" algn="ctr">
                      <a:solidFill>
                        <a:schemeClr val="tx1">
                          <a:lumMod val="50000"/>
                          <a:lumOff val="50000"/>
                        </a:schemeClr>
                      </a:solidFill>
                      <a:prstDash val="solid"/>
                      <a:round/>
                      <a:headEnd type="none" w="med" len="med"/>
                      <a:tailEnd type="none" w="med" len="med"/>
                    </a:lnL>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904706040"/>
                  </a:ext>
                </a:extLst>
              </a:tr>
              <a:tr h="232995">
                <a:tc>
                  <a:txBody>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05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Gunathilake (2020)</a:t>
                      </a:r>
                      <a:endParaRPr lang="ko-KR" altLang="en-US" sz="105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a:txBody>
                  <a:tcPr anchor="ctr">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DEEBF7"/>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50" kern="1200">
                          <a:solidFill>
                            <a:schemeClr val="tx1"/>
                          </a:solidFill>
                          <a:latin typeface="Pretendard" panose="02000503000000020004" pitchFamily="2" charset="-127"/>
                          <a:ea typeface="Pretendard" panose="02000503000000020004" pitchFamily="2" charset="-127"/>
                          <a:cs typeface="Pretendard" panose="02000503000000020004" pitchFamily="2" charset="-127"/>
                        </a:rPr>
                        <a:t>EPIC-Potsdam </a:t>
                      </a:r>
                      <a:r>
                        <a:rPr lang="ko-KR" altLang="en-US" sz="1050" kern="1200">
                          <a:solidFill>
                            <a:schemeClr val="tx1"/>
                          </a:solidFill>
                          <a:latin typeface="Pretendard" panose="02000503000000020004" pitchFamily="2" charset="-127"/>
                          <a:ea typeface="Pretendard" panose="02000503000000020004" pitchFamily="2" charset="-127"/>
                          <a:cs typeface="Pretendard" panose="02000503000000020004" pitchFamily="2" charset="-127"/>
                        </a:rPr>
                        <a:t>연구에서 식사별 네트워크 분석</a:t>
                      </a:r>
                    </a:p>
                  </a:txBody>
                  <a:tcPr anchor="ctr">
                    <a:lnL w="6350" cap="flat" cmpd="sng" algn="ctr">
                      <a:solidFill>
                        <a:schemeClr val="tx1">
                          <a:lumMod val="50000"/>
                          <a:lumOff val="50000"/>
                        </a:schemeClr>
                      </a:solidFill>
                      <a:prstDash val="solid"/>
                      <a:round/>
                      <a:headEnd type="none" w="med" len="med"/>
                      <a:tailEnd type="none" w="med" len="med"/>
                    </a:lnL>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655898806"/>
                  </a:ext>
                </a:extLst>
              </a:tr>
              <a:tr h="232995">
                <a:tc>
                  <a:txBody>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lang="en-US" altLang="ko-KR" sz="1050" b="1" kern="1200" dirty="0" err="1">
                          <a:solidFill>
                            <a:schemeClr val="tx1"/>
                          </a:solidFill>
                          <a:latin typeface="Pretendard" panose="02000503000000020004" pitchFamily="2" charset="-127"/>
                          <a:ea typeface="Pretendard" panose="02000503000000020004" pitchFamily="2" charset="-127"/>
                          <a:cs typeface="Pretendard" panose="02000503000000020004" pitchFamily="2" charset="-127"/>
                        </a:rPr>
                        <a:t>Jayedi</a:t>
                      </a:r>
                      <a:r>
                        <a:rPr lang="en-US" altLang="ko-KR" sz="105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et al. (2021)</a:t>
                      </a:r>
                      <a:endParaRPr lang="ko-KR" altLang="en-US" sz="105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a:txBody>
                  <a:tcPr anchor="ctr">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DEEBF7"/>
                    </a:solidFill>
                  </a:tcPr>
                </a:tc>
                <a:tc>
                  <a:txBody>
                    <a:bodyPr/>
                    <a:lstStyle/>
                    <a:p>
                      <a:pPr latinLnBrk="1"/>
                      <a:r>
                        <a:rPr lang="ko-KR" altLang="en-US" sz="1050" kern="1200">
                          <a:solidFill>
                            <a:schemeClr val="tx1"/>
                          </a:solidFill>
                          <a:latin typeface="Pretendard" panose="02000503000000020004" pitchFamily="2" charset="-127"/>
                          <a:ea typeface="Pretendard" panose="02000503000000020004" pitchFamily="2" charset="-127"/>
                          <a:cs typeface="Pretendard" panose="02000503000000020004" pitchFamily="2" charset="-127"/>
                        </a:rPr>
                        <a:t>한국인에서 채소</a:t>
                      </a:r>
                      <a:r>
                        <a:rPr lang="en-US" altLang="ko-KR" sz="1050" kern="120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050" kern="1200">
                          <a:solidFill>
                            <a:schemeClr val="tx1"/>
                          </a:solidFill>
                          <a:latin typeface="Pretendard" panose="02000503000000020004" pitchFamily="2" charset="-127"/>
                          <a:ea typeface="Pretendard" panose="02000503000000020004" pitchFamily="2" charset="-127"/>
                          <a:cs typeface="Pretendard" panose="02000503000000020004" pitchFamily="2" charset="-127"/>
                        </a:rPr>
                        <a:t>해산물 네트워크가 위암 위험 감소</a:t>
                      </a:r>
                    </a:p>
                  </a:txBody>
                  <a:tcPr anchor="ctr">
                    <a:lnL w="6350" cap="flat" cmpd="sng" algn="ctr">
                      <a:solidFill>
                        <a:schemeClr val="tx1">
                          <a:lumMod val="50000"/>
                          <a:lumOff val="50000"/>
                        </a:schemeClr>
                      </a:solidFill>
                      <a:prstDash val="solid"/>
                      <a:round/>
                      <a:headEnd type="none" w="med" len="med"/>
                      <a:tailEnd type="none" w="med" len="med"/>
                    </a:lnL>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728902040"/>
                  </a:ext>
                </a:extLst>
              </a:tr>
              <a:tr h="232995">
                <a:tc>
                  <a:txBody>
                    <a:bodyPr/>
                    <a:lstStyle/>
                    <a:p>
                      <a:pPr algn="r" latinLnBrk="1"/>
                      <a:r>
                        <a:rPr lang="en-US" altLang="ko-KR" sz="105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Schwedhelm (2018)</a:t>
                      </a:r>
                      <a:endParaRPr lang="ko-KR" altLang="en-US" sz="105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a:txBody>
                  <a:tcPr anchor="ctr">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DEEBF7"/>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50" kern="1200">
                          <a:solidFill>
                            <a:schemeClr val="tx1"/>
                          </a:solidFill>
                          <a:latin typeface="Pretendard" panose="02000503000000020004" pitchFamily="2" charset="-127"/>
                          <a:ea typeface="Pretendard" panose="02000503000000020004" pitchFamily="2" charset="-127"/>
                          <a:cs typeface="Pretendard" panose="02000503000000020004" pitchFamily="2" charset="-127"/>
                        </a:rPr>
                        <a:t>포화지방 네트워크가 복부비만과 연관</a:t>
                      </a:r>
                    </a:p>
                  </a:txBody>
                  <a:tcPr anchor="ctr">
                    <a:lnL w="6350" cap="flat" cmpd="sng" algn="ctr">
                      <a:solidFill>
                        <a:schemeClr val="tx1">
                          <a:lumMod val="50000"/>
                          <a:lumOff val="50000"/>
                        </a:schemeClr>
                      </a:solidFill>
                      <a:prstDash val="solid"/>
                      <a:round/>
                      <a:headEnd type="none" w="med" len="med"/>
                      <a:tailEnd type="none" w="med" len="med"/>
                    </a:lnL>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327406162"/>
                  </a:ext>
                </a:extLst>
              </a:tr>
              <a:tr h="232995">
                <a:tc>
                  <a:txBody>
                    <a:bodyPr/>
                    <a:lstStyle/>
                    <a:p>
                      <a:pPr algn="r" latinLnBrk="1"/>
                      <a:r>
                        <a:rPr lang="en-US" altLang="ko-KR" sz="1050" b="1" kern="1200" dirty="0" err="1">
                          <a:solidFill>
                            <a:schemeClr val="tx1"/>
                          </a:solidFill>
                          <a:latin typeface="Pretendard" panose="02000503000000020004" pitchFamily="2" charset="-127"/>
                          <a:ea typeface="Pretendard" panose="02000503000000020004" pitchFamily="2" charset="-127"/>
                          <a:cs typeface="Pretendard" panose="02000503000000020004" pitchFamily="2" charset="-127"/>
                        </a:rPr>
                        <a:t>Jahanmiri</a:t>
                      </a:r>
                      <a:r>
                        <a:rPr lang="en-US" altLang="ko-KR" sz="105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et al. (2022)</a:t>
                      </a:r>
                      <a:endParaRPr lang="ko-KR" altLang="en-US" sz="105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a:txBody>
                  <a:tcPr anchor="ctr">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solidFill>
                      <a:srgbClr val="DEEBF7"/>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5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이란인에서 포화지방 네트워크가 </a:t>
                      </a:r>
                      <a:r>
                        <a:rPr lang="en-US" altLang="ko-KR" sz="1050" kern="1200" dirty="0" err="1">
                          <a:solidFill>
                            <a:schemeClr val="tx1"/>
                          </a:solidFill>
                          <a:latin typeface="Pretendard" panose="02000503000000020004" pitchFamily="2" charset="-127"/>
                          <a:ea typeface="Pretendard" panose="02000503000000020004" pitchFamily="2" charset="-127"/>
                          <a:cs typeface="Pretendard" panose="02000503000000020004" pitchFamily="2" charset="-127"/>
                        </a:rPr>
                        <a:t>MetS</a:t>
                      </a:r>
                      <a:r>
                        <a:rPr lang="en-US" altLang="ko-KR" sz="105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05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위험 증가</a:t>
                      </a:r>
                    </a:p>
                  </a:txBody>
                  <a:tcPr anchor="ctr">
                    <a:lnL w="6350" cap="flat" cmpd="sng" algn="ctr">
                      <a:solidFill>
                        <a:schemeClr val="tx1">
                          <a:lumMod val="50000"/>
                          <a:lumOff val="50000"/>
                        </a:schemeClr>
                      </a:solidFill>
                      <a:prstDash val="solid"/>
                      <a:round/>
                      <a:headEnd type="none" w="med" len="med"/>
                      <a:tailEnd type="none" w="med" len="med"/>
                    </a:lnL>
                    <a:lnT w="12700" cap="flat" cmpd="sng" algn="ctr">
                      <a:solidFill>
                        <a:schemeClr val="tx1">
                          <a:lumMod val="50000"/>
                          <a:lumOff val="50000"/>
                        </a:schemeClr>
                      </a:solidFill>
                      <a:prstDash val="solid"/>
                      <a:round/>
                      <a:headEnd type="none" w="med" len="med"/>
                      <a:tailEnd type="none" w="med" len="med"/>
                    </a:lnT>
                  </a:tcPr>
                </a:tc>
                <a:extLst>
                  <a:ext uri="{0D108BD9-81ED-4DB2-BD59-A6C34878D82A}">
                    <a16:rowId xmlns:a16="http://schemas.microsoft.com/office/drawing/2014/main" val="3239706279"/>
                  </a:ext>
                </a:extLst>
              </a:tr>
            </a:tbl>
          </a:graphicData>
        </a:graphic>
      </p:graphicFrame>
    </p:spTree>
    <p:extLst>
      <p:ext uri="{BB962C8B-B14F-4D97-AF65-F5344CB8AC3E}">
        <p14:creationId xmlns:p14="http://schemas.microsoft.com/office/powerpoint/2010/main" val="4077747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BBCDD-78F7-6D34-83F9-994B16AEC860}"/>
            </a:ext>
          </a:extLst>
        </p:cNvPr>
        <p:cNvGrpSpPr/>
        <p:nvPr/>
      </p:nvGrpSpPr>
      <p:grpSpPr>
        <a:xfrm>
          <a:off x="0" y="0"/>
          <a:ext cx="0" cy="0"/>
          <a:chOff x="0" y="0"/>
          <a:chExt cx="0" cy="0"/>
        </a:xfrm>
      </p:grpSpPr>
      <p:cxnSp>
        <p:nvCxnSpPr>
          <p:cNvPr id="36" name="직선 연결선 35">
            <a:extLst>
              <a:ext uri="{FF2B5EF4-FFF2-40B4-BE49-F238E27FC236}">
                <a16:creationId xmlns:a16="http://schemas.microsoft.com/office/drawing/2014/main" id="{54378C35-500E-2680-6A6B-5221EDE610E7}"/>
              </a:ext>
            </a:extLst>
          </p:cNvPr>
          <p:cNvCxnSpPr>
            <a:cxnSpLocks/>
          </p:cNvCxnSpPr>
          <p:nvPr/>
        </p:nvCxnSpPr>
        <p:spPr>
          <a:xfrm>
            <a:off x="203625" y="625569"/>
            <a:ext cx="11410443" cy="0"/>
          </a:xfrm>
          <a:prstGeom prst="line">
            <a:avLst/>
          </a:prstGeom>
          <a:ln w="38100">
            <a:gradFill flip="none" rotWithShape="1">
              <a:gsLst>
                <a:gs pos="0">
                  <a:schemeClr val="accent1">
                    <a:lumMod val="5000"/>
                    <a:lumOff val="95000"/>
                  </a:schemeClr>
                </a:gs>
                <a:gs pos="100000">
                  <a:srgbClr val="203864"/>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3" name="슬라이드 번호 개체 틀 4">
            <a:extLst>
              <a:ext uri="{FF2B5EF4-FFF2-40B4-BE49-F238E27FC236}">
                <a16:creationId xmlns:a16="http://schemas.microsoft.com/office/drawing/2014/main" id="{81A53E5D-4476-796B-9DEA-14F6D7D4B1D5}"/>
              </a:ext>
            </a:extLst>
          </p:cNvPr>
          <p:cNvSpPr>
            <a:spLocks noGrp="1"/>
          </p:cNvSpPr>
          <p:nvPr>
            <p:ph type="sldNum" sz="quarter" idx="12"/>
          </p:nvPr>
        </p:nvSpPr>
        <p:spPr>
          <a:xfrm>
            <a:off x="11582312" y="6432300"/>
            <a:ext cx="458632" cy="365121"/>
          </a:xfrm>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103960E3-3A3F-4900-8A03-B82E8F2AAFCC}" type="slidenum">
              <a:rPr kumimoji="0" lang="ko-KR" altLang="en-US" sz="1200" b="0" i="0" u="none" strike="noStrike" kern="1200" cap="none" spc="0" normalizeH="0" baseline="0" noProof="0" smtClean="0">
                <a:ln>
                  <a:noFill/>
                </a:ln>
                <a:solidFill>
                  <a:prstClr val="black">
                    <a:tint val="75000"/>
                  </a:prstClr>
                </a:solidFill>
                <a:effectLst/>
                <a:uLnTx/>
                <a:uFillTx/>
                <a:latin typeface="맑은 고딕" panose="020F050202020403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4</a:t>
            </a:fld>
            <a:endParaRPr kumimoji="0" lang="ko-KR" altLang="en-US" sz="1200" b="0" i="0" u="none" strike="noStrike" kern="1200" cap="none" spc="0" normalizeH="0" baseline="0" noProof="0">
              <a:ln>
                <a:noFill/>
              </a:ln>
              <a:solidFill>
                <a:prstClr val="black">
                  <a:tint val="75000"/>
                </a:prstClr>
              </a:solidFill>
              <a:effectLst/>
              <a:uLnTx/>
              <a:uFillTx/>
              <a:latin typeface="맑은 고딕" panose="020F0502020204030204"/>
              <a:ea typeface="맑은 고딕" panose="020B0503020000020004" pitchFamily="50" charset="-127"/>
              <a:cs typeface="+mn-cs"/>
            </a:endParaRPr>
          </a:p>
        </p:txBody>
      </p:sp>
      <p:sp>
        <p:nvSpPr>
          <p:cNvPr id="2" name="TextBox 1">
            <a:extLst>
              <a:ext uri="{FF2B5EF4-FFF2-40B4-BE49-F238E27FC236}">
                <a16:creationId xmlns:a16="http://schemas.microsoft.com/office/drawing/2014/main" id="{D01D8A6F-1B5C-824B-76E2-764DB2B4384E}"/>
              </a:ext>
            </a:extLst>
          </p:cNvPr>
          <p:cNvSpPr txBox="1"/>
          <p:nvPr/>
        </p:nvSpPr>
        <p:spPr>
          <a:xfrm>
            <a:off x="203625" y="117629"/>
            <a:ext cx="11837319" cy="461665"/>
          </a:xfrm>
          <a:prstGeom prst="rect">
            <a:avLst/>
          </a:prstGeom>
          <a:noFill/>
        </p:spPr>
        <p:txBody>
          <a:bodyPr wrap="square">
            <a:spAutoFit/>
          </a:bodyPr>
          <a:lstStyle/>
          <a:p>
            <a:pPr defTabSz="180952">
              <a:defRPr/>
            </a:pPr>
            <a:r>
              <a:rPr lang="en-US" altLang="ko-KR" sz="2400" b="1">
                <a:ln w="9525">
                  <a:solidFill>
                    <a:srgbClr val="4F81BD">
                      <a:shade val="50000"/>
                      <a:alpha val="0"/>
                    </a:srgbClr>
                  </a:solidFill>
                </a:ln>
                <a:solidFill>
                  <a:schemeClr val="tx1">
                    <a:lumMod val="50000"/>
                    <a:lumOff val="50000"/>
                  </a:schemeClr>
                </a:solidFill>
                <a:latin typeface="Pretendard Black" panose="02000503000000020004" pitchFamily="2" charset="-127"/>
                <a:ea typeface="Pretendard Black" panose="02000503000000020004" pitchFamily="2" charset="-127"/>
                <a:cs typeface="Pretendard Black" panose="02000503000000020004" pitchFamily="2" charset="-127"/>
              </a:rPr>
              <a:t>02</a:t>
            </a:r>
            <a:r>
              <a:rPr lang="en-US" altLang="ko-KR" sz="2400" b="1">
                <a:ln w="9525">
                  <a:solidFill>
                    <a:srgbClr val="4F81BD">
                      <a:shade val="50000"/>
                      <a:alpha val="0"/>
                    </a:srgbClr>
                  </a:solidFill>
                </a:ln>
                <a:latin typeface="Pretendard Black" panose="02000503000000020004" pitchFamily="2" charset="-127"/>
                <a:ea typeface="Pretendard Black" panose="02000503000000020004" pitchFamily="2" charset="-127"/>
                <a:cs typeface="Pretendard Black" panose="02000503000000020004" pitchFamily="2" charset="-127"/>
              </a:rPr>
              <a:t> </a:t>
            </a:r>
            <a:r>
              <a:rPr lang="en-US" altLang="ko-KR" sz="2400" b="1">
                <a:ln w="9525">
                  <a:solidFill>
                    <a:srgbClr val="4F81BD">
                      <a:shade val="50000"/>
                      <a:alpha val="0"/>
                    </a:srgbClr>
                  </a:solidFill>
                </a:ln>
                <a:solidFill>
                  <a:srgbClr val="203864"/>
                </a:solidFill>
                <a:latin typeface="Pretendard Black" panose="02000503000000020004" pitchFamily="2" charset="-127"/>
                <a:ea typeface="Pretendard Black" panose="02000503000000020004" pitchFamily="2" charset="-127"/>
                <a:cs typeface="Pretendard Black" panose="02000503000000020004" pitchFamily="2" charset="-127"/>
              </a:rPr>
              <a:t>Method</a:t>
            </a:r>
            <a:endParaRPr lang="en-US" altLang="ko-KR" sz="2400" b="1" dirty="0">
              <a:ln w="9525">
                <a:solidFill>
                  <a:srgbClr val="4F81BD">
                    <a:shade val="50000"/>
                    <a:alpha val="0"/>
                  </a:srgbClr>
                </a:solidFill>
              </a:ln>
              <a:solidFill>
                <a:srgbClr val="203864"/>
              </a:solidFill>
              <a:latin typeface="Pretendard Black" panose="02000503000000020004" pitchFamily="2" charset="-127"/>
              <a:ea typeface="Pretendard Black" panose="02000503000000020004" pitchFamily="2" charset="-127"/>
              <a:cs typeface="Pretendard Black" panose="02000503000000020004" pitchFamily="2" charset="-127"/>
            </a:endParaRPr>
          </a:p>
        </p:txBody>
      </p:sp>
      <p:sp>
        <p:nvSpPr>
          <p:cNvPr id="6" name="내용 개체 틀 1">
            <a:extLst>
              <a:ext uri="{FF2B5EF4-FFF2-40B4-BE49-F238E27FC236}">
                <a16:creationId xmlns:a16="http://schemas.microsoft.com/office/drawing/2014/main" id="{5EDE8335-F3D7-510C-C351-11A203D96648}"/>
              </a:ext>
            </a:extLst>
          </p:cNvPr>
          <p:cNvSpPr txBox="1">
            <a:spLocks/>
          </p:cNvSpPr>
          <p:nvPr/>
        </p:nvSpPr>
        <p:spPr>
          <a:xfrm>
            <a:off x="105508" y="765301"/>
            <a:ext cx="11966330" cy="5666991"/>
          </a:xfrm>
          <a:prstGeom prst="rect">
            <a:avLst/>
          </a:prstGeom>
        </p:spPr>
        <p:txBody>
          <a:bodyP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ko-KR" altLang="en-US" sz="1600" b="1" dirty="0">
                <a:latin typeface="Pretendard" panose="02000503000000020004" pitchFamily="2" charset="-127"/>
                <a:ea typeface="Pretendard" panose="02000503000000020004" pitchFamily="2" charset="-127"/>
                <a:cs typeface="Pretendard" panose="02000503000000020004" pitchFamily="2" charset="-127"/>
              </a:rPr>
              <a:t>연구</a:t>
            </a:r>
            <a:r>
              <a:rPr lang="en-US" altLang="ko-KR" sz="1600" b="1" dirty="0">
                <a:latin typeface="Pretendard" panose="02000503000000020004" pitchFamily="2" charset="-127"/>
                <a:ea typeface="Pretendard" panose="02000503000000020004" pitchFamily="2" charset="-127"/>
                <a:cs typeface="Pretendard" panose="02000503000000020004" pitchFamily="2" charset="-127"/>
              </a:rPr>
              <a:t> </a:t>
            </a:r>
            <a:r>
              <a:rPr lang="ko-KR" altLang="en-US" sz="1600" b="1" dirty="0">
                <a:latin typeface="Pretendard" panose="02000503000000020004" pitchFamily="2" charset="-127"/>
                <a:ea typeface="Pretendard" panose="02000503000000020004" pitchFamily="2" charset="-127"/>
                <a:cs typeface="Pretendard" panose="02000503000000020004" pitchFamily="2" charset="-127"/>
              </a:rPr>
              <a:t>설계 및 대상</a:t>
            </a:r>
            <a:endParaRPr lang="en-US" altLang="ko-KR" sz="1600" b="1" dirty="0">
              <a:latin typeface="Pretendard" panose="02000503000000020004" pitchFamily="2" charset="-127"/>
              <a:ea typeface="Pretendard" panose="02000503000000020004" pitchFamily="2" charset="-127"/>
              <a:cs typeface="Pretendard" panose="02000503000000020004" pitchFamily="2" charset="-127"/>
            </a:endParaRPr>
          </a:p>
          <a:p>
            <a:pPr lvl="1">
              <a:lnSpc>
                <a:spcPct val="150000"/>
              </a:lnSpc>
              <a:spcBef>
                <a:spcPts val="0"/>
              </a:spcBef>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대상</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Tabriz, Tehran, Iran</a:t>
            </a:r>
            <a:r>
              <a:rPr lang="ko-KR" altLang="en-US" sz="1200" dirty="0" err="1">
                <a:latin typeface="Pretendard" panose="02000503000000020004" pitchFamily="2" charset="-127"/>
                <a:ea typeface="Pretendard" panose="02000503000000020004" pitchFamily="2" charset="-127"/>
                <a:cs typeface="Pretendard" panose="02000503000000020004" pitchFamily="2" charset="-127"/>
              </a:rPr>
              <a:t>에</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거주하는 과체중 또는 비만 인구 </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647</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명</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lvl="1">
              <a:lnSpc>
                <a:spcPct val="150000"/>
              </a:lnSpc>
              <a:spcBef>
                <a:spcPts val="0"/>
              </a:spcBef>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포함기준</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lvl="2">
              <a:lnSpc>
                <a:spcPct val="150000"/>
              </a:lnSpc>
              <a:spcBef>
                <a:spcPts val="0"/>
              </a:spcBef>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연령</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20-50</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세</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lvl="2">
              <a:lnSpc>
                <a:spcPct val="150000"/>
              </a:lnSpc>
              <a:spcBef>
                <a:spcPts val="0"/>
              </a:spcBef>
            </a:pPr>
            <a:r>
              <a:rPr lang="en-US" altLang="ko-KR" sz="1200" dirty="0">
                <a:latin typeface="Pretendard" panose="02000503000000020004" pitchFamily="2" charset="-127"/>
                <a:ea typeface="Pretendard" panose="02000503000000020004" pitchFamily="2" charset="-127"/>
                <a:cs typeface="Pretendard" panose="02000503000000020004" pitchFamily="2" charset="-127"/>
              </a:rPr>
              <a:t>BMI: ≥25 kg/m² </a:t>
            </a:r>
          </a:p>
          <a:p>
            <a:pPr lvl="1">
              <a:lnSpc>
                <a:spcPct val="150000"/>
              </a:lnSpc>
              <a:spcBef>
                <a:spcPts val="0"/>
              </a:spcBef>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제외기준</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lvl="2">
              <a:lnSpc>
                <a:spcPct val="150000"/>
              </a:lnSpc>
              <a:spcBef>
                <a:spcPts val="0"/>
              </a:spcBef>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임신</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수유</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폐경 여성</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lvl="2">
              <a:lnSpc>
                <a:spcPct val="150000"/>
              </a:lnSpc>
              <a:spcBef>
                <a:spcPts val="0"/>
              </a:spcBef>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최근 위장수술</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심혈관질환</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암</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간질환</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신장질환</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당뇨병 병력</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lvl="2">
              <a:lnSpc>
                <a:spcPct val="150000"/>
              </a:lnSpc>
              <a:spcBef>
                <a:spcPts val="0"/>
              </a:spcBef>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체중에 영향을 주는 약물 복용</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3</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개월 이상 체중감량 프로그램 참여 또는 </a:t>
            </a:r>
            <a:r>
              <a:rPr lang="ko-KR" altLang="en-US" sz="1200" dirty="0" err="1">
                <a:latin typeface="Pretendard" panose="02000503000000020004" pitchFamily="2" charset="-127"/>
                <a:ea typeface="Pretendard" panose="02000503000000020004" pitchFamily="2" charset="-127"/>
                <a:cs typeface="Pretendard" panose="02000503000000020004" pitchFamily="2" charset="-127"/>
              </a:rPr>
              <a:t>보충제</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복용</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lvl="1">
              <a:lnSpc>
                <a:spcPct val="150000"/>
              </a:lnSpc>
              <a:spcBef>
                <a:spcPts val="0"/>
              </a:spcBef>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데이터</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lvl="2">
              <a:lnSpc>
                <a:spcPct val="150000"/>
              </a:lnSpc>
              <a:spcBef>
                <a:spcPts val="0"/>
              </a:spcBef>
            </a:pP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Sociodemographic information:</a:t>
            </a: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나이</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성별</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흡연 여부</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교육 수준</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결혼 상태</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취업 상태</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과거 병력</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가구 인원</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활동량 </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(IPAQ)</a:t>
            </a:r>
          </a:p>
          <a:p>
            <a:pPr lvl="2">
              <a:lnSpc>
                <a:spcPct val="150000"/>
              </a:lnSpc>
              <a:spcBef>
                <a:spcPts val="0"/>
              </a:spcBef>
            </a:pPr>
            <a:r>
              <a:rPr lang="en" altLang="ko-KR" sz="1200" b="1" dirty="0">
                <a:latin typeface="Pretendard" panose="02000503000000020004" pitchFamily="2" charset="-127"/>
                <a:ea typeface="Pretendard" panose="02000503000000020004" pitchFamily="2" charset="-127"/>
                <a:cs typeface="Pretendard" panose="02000503000000020004" pitchFamily="2" charset="-127"/>
              </a:rPr>
              <a:t>Body composition</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신장</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체중</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BMI,</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허리둘레</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엉덩이둘레</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허리</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엉덩이 비율</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수축기</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이완기 혈압</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lvl="2">
              <a:lnSpc>
                <a:spcPct val="150000"/>
              </a:lnSpc>
              <a:spcBef>
                <a:spcPts val="0"/>
              </a:spcBef>
            </a:pPr>
            <a:r>
              <a:rPr lang="en" altLang="ko-KR" sz="1200" b="1" dirty="0">
                <a:latin typeface="Pretendard" panose="02000503000000020004" pitchFamily="2" charset="-127"/>
                <a:ea typeface="Pretendard" panose="02000503000000020004" pitchFamily="2" charset="-127"/>
                <a:cs typeface="Pretendard" panose="02000503000000020004" pitchFamily="2" charset="-127"/>
              </a:rPr>
              <a:t>Dietary assessment</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168</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문항 </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FFQ </a:t>
            </a:r>
            <a:r>
              <a:rPr lang="en-US" altLang="ko-KR" sz="1200" dirty="0">
                <a:latin typeface="Pretendard" panose="02000503000000020004" pitchFamily="2" charset="-127"/>
                <a:ea typeface="Pretendard" panose="02000503000000020004" pitchFamily="2" charset="-127"/>
                <a:cs typeface="Pretendard" panose="02000503000000020004" pitchFamily="2" charset="-127"/>
                <a:sym typeface="Wingdings" panose="05000000000000000000" pitchFamily="2" charset="2"/>
              </a:rPr>
              <a:t> </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28</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개 식품군으로 분류</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lvl="3">
              <a:lnSpc>
                <a:spcPct val="150000"/>
              </a:lnSpc>
              <a:spcBef>
                <a:spcPts val="0"/>
              </a:spcBef>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참여자는 매일 섭취한 음식의 양을 기록 </a:t>
            </a:r>
            <a:r>
              <a:rPr lang="en-US" altLang="ko-KR"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 </a:t>
            </a:r>
            <a:r>
              <a:rPr lang="en-US" altLang="ko-KR"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NUTRITIONIST IV software</a:t>
            </a:r>
            <a:r>
              <a:rPr lang="ko-KR" altLang="en-US"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로 영양성분 계산</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lvl="3">
              <a:lnSpc>
                <a:spcPct val="150000"/>
              </a:lnSpc>
              <a:spcBef>
                <a:spcPts val="0"/>
              </a:spcBef>
            </a:pPr>
            <a:r>
              <a:rPr lang="en-US" altLang="ko-KR" sz="1200" dirty="0">
                <a:latin typeface="Pretendard" panose="02000503000000020004" pitchFamily="2" charset="-127"/>
                <a:ea typeface="Pretendard" panose="02000503000000020004" pitchFamily="2" charset="-127"/>
                <a:cs typeface="Pretendard" panose="02000503000000020004" pitchFamily="2" charset="-127"/>
              </a:rPr>
              <a:t>whole grains, refined grains, potatoes, dairy products, vegetables, fruits, legumes, meats, nuts and seeds, solid fat, liquid oil, tea and coffee, salty snacks, simple sugars, honey and jam, soft drinks, and desserts and snacks</a:t>
            </a:r>
          </a:p>
          <a:p>
            <a:pPr lvl="2">
              <a:lnSpc>
                <a:spcPct val="150000"/>
              </a:lnSpc>
              <a:spcBef>
                <a:spcPts val="0"/>
              </a:spcBef>
            </a:pPr>
            <a:r>
              <a:rPr lang="en" altLang="ko-KR" sz="1200" b="1" dirty="0">
                <a:latin typeface="Pretendard" panose="02000503000000020004" pitchFamily="2" charset="-127"/>
                <a:ea typeface="Pretendard" panose="02000503000000020004" pitchFamily="2" charset="-127"/>
                <a:cs typeface="Pretendard" panose="02000503000000020004" pitchFamily="2" charset="-127"/>
              </a:rPr>
              <a:t>Biochemical evaluation</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총콜레스테롤</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중성지방</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HDL-C, LDL-C,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공복혈당</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인슐린</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HOMA-IR, QUICKI</a:t>
            </a:r>
          </a:p>
        </p:txBody>
      </p:sp>
    </p:spTree>
    <p:extLst>
      <p:ext uri="{BB962C8B-B14F-4D97-AF65-F5344CB8AC3E}">
        <p14:creationId xmlns:p14="http://schemas.microsoft.com/office/powerpoint/2010/main" val="3816954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BBCDD-78F7-6D34-83F9-994B16AEC860}"/>
            </a:ext>
          </a:extLst>
        </p:cNvPr>
        <p:cNvGrpSpPr/>
        <p:nvPr/>
      </p:nvGrpSpPr>
      <p:grpSpPr>
        <a:xfrm>
          <a:off x="0" y="0"/>
          <a:ext cx="0" cy="0"/>
          <a:chOff x="0" y="0"/>
          <a:chExt cx="0" cy="0"/>
        </a:xfrm>
      </p:grpSpPr>
      <p:cxnSp>
        <p:nvCxnSpPr>
          <p:cNvPr id="36" name="직선 연결선 35">
            <a:extLst>
              <a:ext uri="{FF2B5EF4-FFF2-40B4-BE49-F238E27FC236}">
                <a16:creationId xmlns:a16="http://schemas.microsoft.com/office/drawing/2014/main" id="{54378C35-500E-2680-6A6B-5221EDE610E7}"/>
              </a:ext>
            </a:extLst>
          </p:cNvPr>
          <p:cNvCxnSpPr>
            <a:cxnSpLocks/>
          </p:cNvCxnSpPr>
          <p:nvPr/>
        </p:nvCxnSpPr>
        <p:spPr>
          <a:xfrm>
            <a:off x="203625" y="625569"/>
            <a:ext cx="11410443" cy="0"/>
          </a:xfrm>
          <a:prstGeom prst="line">
            <a:avLst/>
          </a:prstGeom>
          <a:ln w="38100">
            <a:gradFill flip="none" rotWithShape="1">
              <a:gsLst>
                <a:gs pos="0">
                  <a:schemeClr val="accent1">
                    <a:lumMod val="5000"/>
                    <a:lumOff val="95000"/>
                  </a:schemeClr>
                </a:gs>
                <a:gs pos="100000">
                  <a:srgbClr val="203864"/>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3" name="슬라이드 번호 개체 틀 4">
            <a:extLst>
              <a:ext uri="{FF2B5EF4-FFF2-40B4-BE49-F238E27FC236}">
                <a16:creationId xmlns:a16="http://schemas.microsoft.com/office/drawing/2014/main" id="{81A53E5D-4476-796B-9DEA-14F6D7D4B1D5}"/>
              </a:ext>
            </a:extLst>
          </p:cNvPr>
          <p:cNvSpPr>
            <a:spLocks noGrp="1"/>
          </p:cNvSpPr>
          <p:nvPr>
            <p:ph type="sldNum" sz="quarter" idx="12"/>
          </p:nvPr>
        </p:nvSpPr>
        <p:spPr>
          <a:xfrm>
            <a:off x="11582312" y="6432300"/>
            <a:ext cx="458632" cy="365121"/>
          </a:xfrm>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103960E3-3A3F-4900-8A03-B82E8F2AAFCC}" type="slidenum">
              <a:rPr kumimoji="0" lang="ko-KR" altLang="en-US" sz="1200" b="0" i="0" u="none" strike="noStrike" kern="1200" cap="none" spc="0" normalizeH="0" baseline="0" noProof="0" smtClean="0">
                <a:ln>
                  <a:noFill/>
                </a:ln>
                <a:solidFill>
                  <a:prstClr val="black">
                    <a:tint val="75000"/>
                  </a:prstClr>
                </a:solidFill>
                <a:effectLst/>
                <a:uLnTx/>
                <a:uFillTx/>
                <a:latin typeface="맑은 고딕" panose="020F050202020403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5</a:t>
            </a:fld>
            <a:endParaRPr kumimoji="0" lang="ko-KR" altLang="en-US" sz="1200" b="0" i="0" u="none" strike="noStrike" kern="1200" cap="none" spc="0" normalizeH="0" baseline="0" noProof="0">
              <a:ln>
                <a:noFill/>
              </a:ln>
              <a:solidFill>
                <a:prstClr val="black">
                  <a:tint val="75000"/>
                </a:prstClr>
              </a:solidFill>
              <a:effectLst/>
              <a:uLnTx/>
              <a:uFillTx/>
              <a:latin typeface="맑은 고딕" panose="020F0502020204030204"/>
              <a:ea typeface="맑은 고딕" panose="020B0503020000020004" pitchFamily="50" charset="-127"/>
              <a:cs typeface="+mn-cs"/>
            </a:endParaRPr>
          </a:p>
        </p:txBody>
      </p:sp>
      <p:sp>
        <p:nvSpPr>
          <p:cNvPr id="2" name="TextBox 1">
            <a:extLst>
              <a:ext uri="{FF2B5EF4-FFF2-40B4-BE49-F238E27FC236}">
                <a16:creationId xmlns:a16="http://schemas.microsoft.com/office/drawing/2014/main" id="{D01D8A6F-1B5C-824B-76E2-764DB2B4384E}"/>
              </a:ext>
            </a:extLst>
          </p:cNvPr>
          <p:cNvSpPr txBox="1"/>
          <p:nvPr/>
        </p:nvSpPr>
        <p:spPr>
          <a:xfrm>
            <a:off x="203625" y="117629"/>
            <a:ext cx="11837319" cy="461665"/>
          </a:xfrm>
          <a:prstGeom prst="rect">
            <a:avLst/>
          </a:prstGeom>
          <a:noFill/>
        </p:spPr>
        <p:txBody>
          <a:bodyPr wrap="square">
            <a:spAutoFit/>
          </a:bodyPr>
          <a:lstStyle/>
          <a:p>
            <a:pPr defTabSz="180952">
              <a:defRPr/>
            </a:pPr>
            <a:r>
              <a:rPr lang="en-US" altLang="ko-KR" sz="2400" b="1">
                <a:ln w="9525">
                  <a:solidFill>
                    <a:srgbClr val="4F81BD">
                      <a:shade val="50000"/>
                      <a:alpha val="0"/>
                    </a:srgbClr>
                  </a:solidFill>
                </a:ln>
                <a:solidFill>
                  <a:schemeClr val="tx1">
                    <a:lumMod val="50000"/>
                    <a:lumOff val="50000"/>
                  </a:schemeClr>
                </a:solidFill>
                <a:latin typeface="Pretendard Black" panose="02000503000000020004" pitchFamily="2" charset="-127"/>
                <a:ea typeface="Pretendard Black" panose="02000503000000020004" pitchFamily="2" charset="-127"/>
                <a:cs typeface="Pretendard Black" panose="02000503000000020004" pitchFamily="2" charset="-127"/>
              </a:rPr>
              <a:t>02</a:t>
            </a:r>
            <a:r>
              <a:rPr lang="en-US" altLang="ko-KR" sz="2400" b="1">
                <a:ln w="9525">
                  <a:solidFill>
                    <a:srgbClr val="4F81BD">
                      <a:shade val="50000"/>
                      <a:alpha val="0"/>
                    </a:srgbClr>
                  </a:solidFill>
                </a:ln>
                <a:latin typeface="Pretendard Black" panose="02000503000000020004" pitchFamily="2" charset="-127"/>
                <a:ea typeface="Pretendard Black" panose="02000503000000020004" pitchFamily="2" charset="-127"/>
                <a:cs typeface="Pretendard Black" panose="02000503000000020004" pitchFamily="2" charset="-127"/>
              </a:rPr>
              <a:t> </a:t>
            </a:r>
            <a:r>
              <a:rPr lang="en-US" altLang="ko-KR" sz="2400" b="1">
                <a:ln w="9525">
                  <a:solidFill>
                    <a:srgbClr val="4F81BD">
                      <a:shade val="50000"/>
                      <a:alpha val="0"/>
                    </a:srgbClr>
                  </a:solidFill>
                </a:ln>
                <a:solidFill>
                  <a:srgbClr val="203864"/>
                </a:solidFill>
                <a:latin typeface="Pretendard Black" panose="02000503000000020004" pitchFamily="2" charset="-127"/>
                <a:ea typeface="Pretendard Black" panose="02000503000000020004" pitchFamily="2" charset="-127"/>
                <a:cs typeface="Pretendard Black" panose="02000503000000020004" pitchFamily="2" charset="-127"/>
              </a:rPr>
              <a:t>Method</a:t>
            </a:r>
            <a:endParaRPr lang="en-US" altLang="ko-KR" sz="2400" b="1" dirty="0">
              <a:ln w="9525">
                <a:solidFill>
                  <a:srgbClr val="4F81BD">
                    <a:shade val="50000"/>
                    <a:alpha val="0"/>
                  </a:srgbClr>
                </a:solidFill>
              </a:ln>
              <a:solidFill>
                <a:srgbClr val="203864"/>
              </a:solidFill>
              <a:latin typeface="Pretendard Black" panose="02000503000000020004" pitchFamily="2" charset="-127"/>
              <a:ea typeface="Pretendard Black" panose="02000503000000020004" pitchFamily="2" charset="-127"/>
              <a:cs typeface="Pretendard Black" panose="02000503000000020004" pitchFamily="2" charset="-127"/>
            </a:endParaRPr>
          </a:p>
        </p:txBody>
      </p:sp>
      <p:sp>
        <p:nvSpPr>
          <p:cNvPr id="6" name="내용 개체 틀 1">
            <a:extLst>
              <a:ext uri="{FF2B5EF4-FFF2-40B4-BE49-F238E27FC236}">
                <a16:creationId xmlns:a16="http://schemas.microsoft.com/office/drawing/2014/main" id="{5EDE8335-F3D7-510C-C351-11A203D96648}"/>
              </a:ext>
            </a:extLst>
          </p:cNvPr>
          <p:cNvSpPr txBox="1">
            <a:spLocks/>
          </p:cNvSpPr>
          <p:nvPr/>
        </p:nvSpPr>
        <p:spPr>
          <a:xfrm>
            <a:off x="105508" y="765301"/>
            <a:ext cx="11966330" cy="5975055"/>
          </a:xfrm>
          <a:prstGeom prst="rect">
            <a:avLst/>
          </a:prstGeom>
        </p:spPr>
        <p:txBody>
          <a:bodyP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en" altLang="ko-KR" sz="1600" b="1" dirty="0">
                <a:latin typeface="Pretendard" panose="02000503000000020004" pitchFamily="2" charset="-127"/>
                <a:ea typeface="Pretendard" panose="02000503000000020004" pitchFamily="2" charset="-127"/>
                <a:cs typeface="Pretendard" panose="02000503000000020004" pitchFamily="2" charset="-127"/>
              </a:rPr>
              <a:t>Statistical analysis</a:t>
            </a:r>
            <a:endParaRPr lang="en-US" altLang="ko-KR" sz="1600" b="1" dirty="0">
              <a:latin typeface="Pretendard" panose="02000503000000020004" pitchFamily="2" charset="-127"/>
              <a:ea typeface="Pretendard" panose="02000503000000020004" pitchFamily="2" charset="-127"/>
              <a:cs typeface="Pretendard" panose="02000503000000020004" pitchFamily="2" charset="-127"/>
            </a:endParaRPr>
          </a:p>
          <a:p>
            <a:pPr lvl="1">
              <a:lnSpc>
                <a:spcPct val="150000"/>
              </a:lnSpc>
              <a:spcBef>
                <a:spcPts val="0"/>
              </a:spcBef>
            </a:pP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Dietary Network – </a:t>
            </a:r>
            <a:r>
              <a:rPr lang="en-US" altLang="ko-KR" sz="1200" b="1" dirty="0" err="1">
                <a:latin typeface="Pretendard" panose="02000503000000020004" pitchFamily="2" charset="-127"/>
                <a:ea typeface="Pretendard" panose="02000503000000020004" pitchFamily="2" charset="-127"/>
                <a:cs typeface="Pretendard" panose="02000503000000020004" pitchFamily="2" charset="-127"/>
              </a:rPr>
              <a:t>MetS</a:t>
            </a: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상관분석</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ANOVA</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분석 </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err="1">
                <a:latin typeface="Pretendard" panose="02000503000000020004" pitchFamily="2" charset="-127"/>
                <a:ea typeface="Pretendard" panose="02000503000000020004" pitchFamily="2" charset="-127"/>
                <a:cs typeface="Pretendard" panose="02000503000000020004" pitchFamily="2" charset="-127"/>
              </a:rPr>
              <a:t>공변량</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고려를 위해 </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ANCOVA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분석 함께 진행함</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p>
          <a:p>
            <a:pPr lvl="1">
              <a:lnSpc>
                <a:spcPct val="150000"/>
              </a:lnSpc>
              <a:spcBef>
                <a:spcPts val="0"/>
              </a:spcBef>
            </a:pP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Dietary Network Score </a:t>
            </a: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계산</a:t>
            </a: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 </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PCA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분석을 하여 네트워크의 주성분을 도출하고</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각 주성분의 선형 결합으로 네트워크에 대한 점수를 계산함</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br>
              <a:rPr lang="en-US" altLang="ko-KR" sz="1200" dirty="0">
                <a:latin typeface="Pretendard" panose="02000503000000020004" pitchFamily="2" charset="-127"/>
                <a:ea typeface="Pretendard" panose="02000503000000020004" pitchFamily="2" charset="-127"/>
                <a:cs typeface="Pretendard" panose="02000503000000020004" pitchFamily="2" charset="-127"/>
              </a:rPr>
            </a:br>
            <a:r>
              <a:rPr lang="en-US" altLang="ko-KR"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 계산된 각 네트워크 별 점수를 가지고 점수가 낮은 그룹</a:t>
            </a:r>
            <a:r>
              <a:rPr lang="en-US" altLang="ko-KR"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 중간 그룹</a:t>
            </a:r>
            <a:r>
              <a:rPr lang="en-US" altLang="ko-KR"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 높은 그룹으로 나누어 각 그룹의 특징을 분석함</a:t>
            </a:r>
            <a:r>
              <a:rPr lang="en-US" altLang="ko-KR"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lvl="1">
              <a:lnSpc>
                <a:spcPct val="150000"/>
              </a:lnSpc>
              <a:spcBef>
                <a:spcPts val="0"/>
              </a:spcBef>
            </a:pP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AOR</a:t>
            </a: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 </a:t>
            </a: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(Multinomial logistic regression)</a:t>
            </a:r>
          </a:p>
          <a:p>
            <a:pPr lvl="2">
              <a:lnSpc>
                <a:spcPct val="150000"/>
              </a:lnSpc>
              <a:spcBef>
                <a:spcPts val="0"/>
              </a:spcBef>
            </a:pPr>
            <a:r>
              <a:rPr lang="en-US" altLang="ko-KR" sz="1200" dirty="0">
                <a:latin typeface="Pretendard" panose="02000503000000020004" pitchFamily="2" charset="-127"/>
                <a:ea typeface="Pretendard" panose="02000503000000020004" pitchFamily="2" charset="-127"/>
                <a:cs typeface="Pretendard" panose="02000503000000020004" pitchFamily="2" charset="-127"/>
              </a:rPr>
              <a:t>Model I: Crude</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lvl="2">
              <a:lnSpc>
                <a:spcPct val="150000"/>
              </a:lnSpc>
              <a:spcBef>
                <a:spcPts val="0"/>
              </a:spcBef>
            </a:pPr>
            <a:r>
              <a:rPr lang="en-US" altLang="ko-KR" sz="1200" dirty="0">
                <a:latin typeface="Pretendard" panose="02000503000000020004" pitchFamily="2" charset="-127"/>
                <a:ea typeface="Pretendard" panose="02000503000000020004" pitchFamily="2" charset="-127"/>
                <a:cs typeface="Pretendard" panose="02000503000000020004" pitchFamily="2" charset="-127"/>
              </a:rPr>
              <a:t>Model II: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연령</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성별 보정 </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lvl="2">
              <a:lnSpc>
                <a:spcPct val="150000"/>
              </a:lnSpc>
              <a:spcBef>
                <a:spcPts val="0"/>
              </a:spcBef>
            </a:pPr>
            <a:r>
              <a:rPr lang="en-US" altLang="ko-KR" sz="1200" dirty="0">
                <a:latin typeface="Pretendard" panose="02000503000000020004" pitchFamily="2" charset="-127"/>
                <a:ea typeface="Pretendard" panose="02000503000000020004" pitchFamily="2" charset="-127"/>
                <a:cs typeface="Pretendard" panose="02000503000000020004" pitchFamily="2" charset="-127"/>
              </a:rPr>
              <a:t>Model III: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연령</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BMI,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성별</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사회경제적 상태</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에너지 섭취량 보정</a:t>
            </a:r>
            <a:endParaRPr lang="en-US" altLang="ko-KR" sz="1400" dirty="0">
              <a:latin typeface="Pretendard" panose="02000503000000020004" pitchFamily="2" charset="-127"/>
              <a:ea typeface="Pretendard" panose="02000503000000020004" pitchFamily="2" charset="-127"/>
              <a:cs typeface="Pretendard" panose="02000503000000020004" pitchFamily="2" charset="-127"/>
            </a:endParaRPr>
          </a:p>
          <a:p>
            <a:pPr>
              <a:lnSpc>
                <a:spcPct val="150000"/>
              </a:lnSpc>
              <a:spcBef>
                <a:spcPts val="0"/>
              </a:spcBef>
            </a:pPr>
            <a:endParaRPr lang="en-US" altLang="ko-KR" sz="1600" b="1" dirty="0">
              <a:latin typeface="Pretendard" panose="02000503000000020004" pitchFamily="2" charset="-127"/>
              <a:ea typeface="Pretendard" panose="02000503000000020004" pitchFamily="2" charset="-127"/>
              <a:cs typeface="Pretendard" panose="02000503000000020004" pitchFamily="2" charset="-127"/>
            </a:endParaRPr>
          </a:p>
          <a:p>
            <a:pPr>
              <a:lnSpc>
                <a:spcPct val="150000"/>
              </a:lnSpc>
              <a:spcBef>
                <a:spcPts val="0"/>
              </a:spcBef>
            </a:pPr>
            <a:r>
              <a:rPr lang="en-US" altLang="ko-KR" sz="1600" b="1" dirty="0">
                <a:latin typeface="Pretendard" panose="02000503000000020004" pitchFamily="2" charset="-127"/>
                <a:ea typeface="Pretendard" panose="02000503000000020004" pitchFamily="2" charset="-127"/>
                <a:cs typeface="Pretendard" panose="02000503000000020004" pitchFamily="2" charset="-127"/>
              </a:rPr>
              <a:t>Network Analysis: GGM</a:t>
            </a:r>
          </a:p>
          <a:p>
            <a:pPr lvl="1">
              <a:lnSpc>
                <a:spcPct val="150000"/>
              </a:lnSpc>
              <a:spcBef>
                <a:spcPts val="0"/>
              </a:spcBef>
            </a:pP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GGM: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다른 변수들을 통제하여도 두 변수 간의 상관성이 남아있는지를 확인 </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조건부 독립성</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Conditional Independence)</a:t>
            </a:r>
            <a:endParaRPr lang="en-US" altLang="ko-KR" sz="1200" b="1" dirty="0">
              <a:latin typeface="Pretendard" panose="02000503000000020004" pitchFamily="2" charset="-127"/>
              <a:ea typeface="Pretendard" panose="02000503000000020004" pitchFamily="2" charset="-127"/>
              <a:cs typeface="Pretendard" panose="02000503000000020004" pitchFamily="2" charset="-127"/>
            </a:endParaRPr>
          </a:p>
          <a:p>
            <a:pPr lvl="1">
              <a:lnSpc>
                <a:spcPct val="150000"/>
              </a:lnSpc>
              <a:spcBef>
                <a:spcPts val="0"/>
              </a:spcBef>
            </a:pP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분석과정</a:t>
            </a:r>
            <a:endParaRPr lang="en-US" altLang="ko-KR" sz="1200" b="1" dirty="0">
              <a:latin typeface="Pretendard" panose="02000503000000020004" pitchFamily="2" charset="-127"/>
              <a:ea typeface="Pretendard" panose="02000503000000020004" pitchFamily="2" charset="-127"/>
              <a:cs typeface="Pretendard" panose="02000503000000020004" pitchFamily="2" charset="-127"/>
            </a:endParaRPr>
          </a:p>
          <a:p>
            <a:pPr marL="1257300" lvl="2" indent="-342900">
              <a:lnSpc>
                <a:spcPct val="150000"/>
              </a:lnSpc>
              <a:spcBef>
                <a:spcPts val="0"/>
              </a:spcBef>
              <a:buFont typeface="+mj-ea"/>
              <a:buAutoNum type="circleNumDbPlain"/>
            </a:pP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637</a:t>
            </a: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명</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의 </a:t>
            </a: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28</a:t>
            </a: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개 식품군</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에 대한 데이터로 </a:t>
            </a: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MGM </a:t>
            </a: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네트워크 분석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수행</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marL="1257300" lvl="2" indent="-342900">
              <a:lnSpc>
                <a:spcPct val="150000"/>
              </a:lnSpc>
              <a:spcBef>
                <a:spcPts val="0"/>
              </a:spcBef>
              <a:buFont typeface="+mj-ea"/>
              <a:buAutoNum type="circleNumDbPlain"/>
            </a:pP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부분상관계수</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계산 </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(-1 ~ +1)</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다른 변수들은 통제하고 살펴본 두 식품군 간의 상관관계</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marL="1257300" lvl="2" indent="-342900">
              <a:lnSpc>
                <a:spcPct val="150000"/>
              </a:lnSpc>
              <a:spcBef>
                <a:spcPts val="0"/>
              </a:spcBef>
              <a:buFont typeface="+mj-ea"/>
              <a:buAutoNum type="circleNumDbPlain"/>
            </a:pP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Spinglass </a:t>
            </a: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알고리즘</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으로 클러스터 식별 </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전체 네트워크 에너지를 최소화하는 방식으로 노드들을 배치하여 클러스터를 감지하는 알고리즘</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p>
          <a:p>
            <a:pPr marL="1257300" lvl="2" indent="-342900">
              <a:lnSpc>
                <a:spcPct val="150000"/>
              </a:lnSpc>
              <a:spcBef>
                <a:spcPts val="0"/>
              </a:spcBef>
              <a:buFont typeface="+mj-ea"/>
              <a:buAutoNum type="circleNumDbPlain"/>
            </a:pPr>
            <a:r>
              <a:rPr lang="ko-KR" altLang="en-US" sz="1200" dirty="0" err="1">
                <a:latin typeface="Pretendard" panose="02000503000000020004" pitchFamily="2" charset="-127"/>
                <a:ea typeface="Pretendard" panose="02000503000000020004" pitchFamily="2" charset="-127"/>
                <a:cs typeface="Pretendard" panose="02000503000000020004" pitchFamily="2" charset="-127"/>
              </a:rPr>
              <a:t>중심성</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지표</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Strength, Betweenness, Closeness</a:t>
            </a:r>
          </a:p>
          <a:p>
            <a:pPr lvl="1">
              <a:lnSpc>
                <a:spcPct val="150000"/>
              </a:lnSpc>
              <a:spcBef>
                <a:spcPts val="0"/>
              </a:spcBef>
            </a:pP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네트워크 표현</a:t>
            </a:r>
            <a:endParaRPr lang="en-US" altLang="ko-KR" sz="1200" b="1" dirty="0">
              <a:latin typeface="Pretendard" panose="02000503000000020004" pitchFamily="2" charset="-127"/>
              <a:ea typeface="Pretendard" panose="02000503000000020004" pitchFamily="2" charset="-127"/>
              <a:cs typeface="Pretendard" panose="02000503000000020004" pitchFamily="2" charset="-127"/>
            </a:endParaRPr>
          </a:p>
          <a:p>
            <a:pPr lvl="2">
              <a:lnSpc>
                <a:spcPct val="150000"/>
              </a:lnSpc>
              <a:spcBef>
                <a:spcPts val="0"/>
              </a:spcBef>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노드</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식품</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식품군</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lvl="2">
              <a:lnSpc>
                <a:spcPct val="150000"/>
              </a:lnSpc>
              <a:spcBef>
                <a:spcPts val="0"/>
              </a:spcBef>
            </a:pPr>
            <a:r>
              <a:rPr lang="ko-KR" altLang="en-US" sz="1200" dirty="0" err="1">
                <a:latin typeface="Pretendard" panose="02000503000000020004" pitchFamily="2" charset="-127"/>
                <a:ea typeface="Pretendard" panose="02000503000000020004" pitchFamily="2" charset="-127"/>
                <a:cs typeface="Pretendard" panose="02000503000000020004" pitchFamily="2" charset="-127"/>
              </a:rPr>
              <a:t>엣지</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부분상관계수 </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파란색</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양의 상관</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주황색</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음의 상관</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p>
          <a:p>
            <a:pPr lvl="2">
              <a:lnSpc>
                <a:spcPct val="150000"/>
              </a:lnSpc>
              <a:spcBef>
                <a:spcPts val="0"/>
              </a:spcBef>
            </a:pPr>
            <a:r>
              <a:rPr lang="ko-KR" altLang="en-US" sz="1200" dirty="0" err="1">
                <a:latin typeface="Pretendard" panose="02000503000000020004" pitchFamily="2" charset="-127"/>
                <a:ea typeface="Pretendard" panose="02000503000000020004" pitchFamily="2" charset="-127"/>
                <a:cs typeface="Pretendard" panose="02000503000000020004" pitchFamily="2" charset="-127"/>
              </a:rPr>
              <a:t>엣지</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굵기</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상관관계 강도</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lvl="2">
              <a:lnSpc>
                <a:spcPct val="150000"/>
              </a:lnSpc>
              <a:spcBef>
                <a:spcPts val="0"/>
              </a:spcBef>
            </a:pPr>
            <a:endParaRPr lang="en-US" altLang="ko-KR" sz="1400" dirty="0">
              <a:latin typeface="Pretendard" panose="02000503000000020004" pitchFamily="2" charset="-127"/>
              <a:ea typeface="Pretendard" panose="02000503000000020004" pitchFamily="2" charset="-127"/>
              <a:cs typeface="Pretendard" panose="02000503000000020004" pitchFamily="2" charset="-127"/>
            </a:endParaRPr>
          </a:p>
        </p:txBody>
      </p:sp>
    </p:spTree>
    <p:extLst>
      <p:ext uri="{BB962C8B-B14F-4D97-AF65-F5344CB8AC3E}">
        <p14:creationId xmlns:p14="http://schemas.microsoft.com/office/powerpoint/2010/main" val="2509548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06806-BB68-3B82-B13E-A36A86F63616}"/>
            </a:ext>
          </a:extLst>
        </p:cNvPr>
        <p:cNvGrpSpPr/>
        <p:nvPr/>
      </p:nvGrpSpPr>
      <p:grpSpPr>
        <a:xfrm>
          <a:off x="0" y="0"/>
          <a:ext cx="0" cy="0"/>
          <a:chOff x="0" y="0"/>
          <a:chExt cx="0" cy="0"/>
        </a:xfrm>
      </p:grpSpPr>
      <p:cxnSp>
        <p:nvCxnSpPr>
          <p:cNvPr id="36" name="직선 연결선 35">
            <a:extLst>
              <a:ext uri="{FF2B5EF4-FFF2-40B4-BE49-F238E27FC236}">
                <a16:creationId xmlns:a16="http://schemas.microsoft.com/office/drawing/2014/main" id="{CE2783C0-F740-ECE6-CC52-AE94B1D37CC7}"/>
              </a:ext>
            </a:extLst>
          </p:cNvPr>
          <p:cNvCxnSpPr>
            <a:cxnSpLocks/>
          </p:cNvCxnSpPr>
          <p:nvPr/>
        </p:nvCxnSpPr>
        <p:spPr>
          <a:xfrm>
            <a:off x="203625" y="625569"/>
            <a:ext cx="11410443" cy="0"/>
          </a:xfrm>
          <a:prstGeom prst="line">
            <a:avLst/>
          </a:prstGeom>
          <a:ln w="38100">
            <a:gradFill flip="none" rotWithShape="1">
              <a:gsLst>
                <a:gs pos="0">
                  <a:schemeClr val="accent1">
                    <a:lumMod val="5000"/>
                    <a:lumOff val="95000"/>
                  </a:schemeClr>
                </a:gs>
                <a:gs pos="100000">
                  <a:srgbClr val="203864"/>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3" name="슬라이드 번호 개체 틀 4">
            <a:extLst>
              <a:ext uri="{FF2B5EF4-FFF2-40B4-BE49-F238E27FC236}">
                <a16:creationId xmlns:a16="http://schemas.microsoft.com/office/drawing/2014/main" id="{4858B405-DAA2-10C1-90B0-49CC099B2FFC}"/>
              </a:ext>
            </a:extLst>
          </p:cNvPr>
          <p:cNvSpPr>
            <a:spLocks noGrp="1"/>
          </p:cNvSpPr>
          <p:nvPr>
            <p:ph type="sldNum" sz="quarter" idx="12"/>
          </p:nvPr>
        </p:nvSpPr>
        <p:spPr>
          <a:xfrm>
            <a:off x="11582312" y="6432300"/>
            <a:ext cx="458632" cy="365121"/>
          </a:xfrm>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103960E3-3A3F-4900-8A03-B82E8F2AAFCC}" type="slidenum">
              <a:rPr kumimoji="0" lang="ko-KR" altLang="en-US" sz="1200" b="0" i="0" u="none" strike="noStrike" kern="1200" cap="none" spc="0" normalizeH="0" baseline="0" noProof="0" smtClean="0">
                <a:ln>
                  <a:noFill/>
                </a:ln>
                <a:solidFill>
                  <a:prstClr val="black">
                    <a:tint val="75000"/>
                  </a:prstClr>
                </a:solidFill>
                <a:effectLst/>
                <a:uLnTx/>
                <a:uFillTx/>
                <a:latin typeface="맑은 고딕" panose="020F050202020403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6</a:t>
            </a:fld>
            <a:endParaRPr kumimoji="0" lang="ko-KR" altLang="en-US" sz="1200" b="0" i="0" u="none" strike="noStrike" kern="1200" cap="none" spc="0" normalizeH="0" baseline="0" noProof="0">
              <a:ln>
                <a:noFill/>
              </a:ln>
              <a:solidFill>
                <a:prstClr val="black">
                  <a:tint val="75000"/>
                </a:prstClr>
              </a:solidFill>
              <a:effectLst/>
              <a:uLnTx/>
              <a:uFillTx/>
              <a:latin typeface="맑은 고딕" panose="020F0502020204030204"/>
              <a:ea typeface="맑은 고딕" panose="020B0503020000020004" pitchFamily="50" charset="-127"/>
              <a:cs typeface="+mn-cs"/>
            </a:endParaRPr>
          </a:p>
        </p:txBody>
      </p:sp>
      <p:sp>
        <p:nvSpPr>
          <p:cNvPr id="2" name="TextBox 1">
            <a:extLst>
              <a:ext uri="{FF2B5EF4-FFF2-40B4-BE49-F238E27FC236}">
                <a16:creationId xmlns:a16="http://schemas.microsoft.com/office/drawing/2014/main" id="{FB08258E-89A3-5070-F746-5AAB31F0E4B4}"/>
              </a:ext>
            </a:extLst>
          </p:cNvPr>
          <p:cNvSpPr txBox="1"/>
          <p:nvPr/>
        </p:nvSpPr>
        <p:spPr>
          <a:xfrm>
            <a:off x="203625" y="117629"/>
            <a:ext cx="11837319" cy="461665"/>
          </a:xfrm>
          <a:prstGeom prst="rect">
            <a:avLst/>
          </a:prstGeom>
          <a:noFill/>
        </p:spPr>
        <p:txBody>
          <a:bodyPr wrap="square">
            <a:spAutoFit/>
          </a:bodyPr>
          <a:lstStyle/>
          <a:p>
            <a:pPr defTabSz="180952">
              <a:defRPr/>
            </a:pPr>
            <a:r>
              <a:rPr lang="en-US" altLang="ko-KR" sz="2400" b="1" dirty="0">
                <a:ln w="9525">
                  <a:solidFill>
                    <a:srgbClr val="4F81BD">
                      <a:shade val="50000"/>
                      <a:alpha val="0"/>
                    </a:srgbClr>
                  </a:solidFill>
                </a:ln>
                <a:solidFill>
                  <a:schemeClr val="tx1">
                    <a:lumMod val="50000"/>
                    <a:lumOff val="50000"/>
                  </a:schemeClr>
                </a:solidFill>
                <a:latin typeface="Pretendard Black" panose="02000503000000020004" pitchFamily="2" charset="-127"/>
                <a:ea typeface="Pretendard Black" panose="02000503000000020004" pitchFamily="2" charset="-127"/>
                <a:cs typeface="Pretendard Black" panose="02000503000000020004" pitchFamily="2" charset="-127"/>
              </a:rPr>
              <a:t>03</a:t>
            </a:r>
            <a:r>
              <a:rPr lang="en-US" altLang="ko-KR" sz="2400" b="1" dirty="0">
                <a:ln w="9525">
                  <a:solidFill>
                    <a:srgbClr val="4F81BD">
                      <a:shade val="50000"/>
                      <a:alpha val="0"/>
                    </a:srgbClr>
                  </a:solidFill>
                </a:ln>
                <a:latin typeface="Pretendard Black" panose="02000503000000020004" pitchFamily="2" charset="-127"/>
                <a:ea typeface="Pretendard Black" panose="02000503000000020004" pitchFamily="2" charset="-127"/>
                <a:cs typeface="Pretendard Black" panose="02000503000000020004" pitchFamily="2" charset="-127"/>
              </a:rPr>
              <a:t> </a:t>
            </a:r>
            <a:r>
              <a:rPr lang="en-US" altLang="ko-KR" sz="2400" b="1" dirty="0">
                <a:ln w="9525">
                  <a:solidFill>
                    <a:srgbClr val="4F81BD">
                      <a:shade val="50000"/>
                      <a:alpha val="0"/>
                    </a:srgbClr>
                  </a:solidFill>
                </a:ln>
                <a:solidFill>
                  <a:srgbClr val="203864"/>
                </a:solidFill>
                <a:latin typeface="Pretendard Black" panose="02000503000000020004" pitchFamily="2" charset="-127"/>
                <a:ea typeface="Pretendard Black" panose="02000503000000020004" pitchFamily="2" charset="-127"/>
                <a:cs typeface="Pretendard Black" panose="02000503000000020004" pitchFamily="2" charset="-127"/>
              </a:rPr>
              <a:t>Results</a:t>
            </a:r>
          </a:p>
        </p:txBody>
      </p:sp>
      <p:sp>
        <p:nvSpPr>
          <p:cNvPr id="6" name="내용 개체 틀 1">
            <a:extLst>
              <a:ext uri="{FF2B5EF4-FFF2-40B4-BE49-F238E27FC236}">
                <a16:creationId xmlns:a16="http://schemas.microsoft.com/office/drawing/2014/main" id="{A126C932-3845-E0F5-C400-D3A855141FD7}"/>
              </a:ext>
            </a:extLst>
          </p:cNvPr>
          <p:cNvSpPr txBox="1">
            <a:spLocks/>
          </p:cNvSpPr>
          <p:nvPr/>
        </p:nvSpPr>
        <p:spPr>
          <a:xfrm>
            <a:off x="105508" y="765301"/>
            <a:ext cx="11966330" cy="5975055"/>
          </a:xfrm>
          <a:prstGeom prst="rect">
            <a:avLst/>
          </a:prstGeom>
        </p:spPr>
        <p:txBody>
          <a:bodyP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ko-KR" altLang="en-US" sz="1600" b="1" dirty="0">
                <a:latin typeface="Pretendard" panose="02000503000000020004" pitchFamily="2" charset="-127"/>
                <a:ea typeface="Pretendard" panose="02000503000000020004" pitchFamily="2" charset="-127"/>
                <a:cs typeface="Pretendard" panose="02000503000000020004" pitchFamily="2" charset="-127"/>
              </a:rPr>
              <a:t>식이 네트워크 분석</a:t>
            </a:r>
          </a:p>
        </p:txBody>
      </p:sp>
      <p:pic>
        <p:nvPicPr>
          <p:cNvPr id="1026" name="Picture 2" descr="Fig. 1">
            <a:extLst>
              <a:ext uri="{FF2B5EF4-FFF2-40B4-BE49-F238E27FC236}">
                <a16:creationId xmlns:a16="http://schemas.microsoft.com/office/drawing/2014/main" id="{5314FE5C-E4A3-7CF3-1E59-008A698CE1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045" y="970788"/>
            <a:ext cx="7881602" cy="385459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1B00E25-9482-A4FF-5EF0-E53F53078541}"/>
              </a:ext>
            </a:extLst>
          </p:cNvPr>
          <p:cNvSpPr txBox="1"/>
          <p:nvPr/>
        </p:nvSpPr>
        <p:spPr>
          <a:xfrm>
            <a:off x="219378" y="5079298"/>
            <a:ext cx="11753244" cy="1615827"/>
          </a:xfrm>
          <a:prstGeom prst="rect">
            <a:avLst/>
          </a:prstGeom>
          <a:noFill/>
        </p:spPr>
        <p:txBody>
          <a:bodyPr wrap="square">
            <a:spAutoFit/>
          </a:bodyPr>
          <a:lstStyle/>
          <a:p>
            <a:pPr marL="228600" indent="-228600">
              <a:buFont typeface="+mj-lt"/>
              <a:buAutoNum type="arabicPeriod"/>
            </a:pPr>
            <a:r>
              <a:rPr lang="en" altLang="ko-KR" sz="1100" b="1" dirty="0">
                <a:latin typeface="Pretendard" panose="02000503000000020004" pitchFamily="2" charset="-127"/>
                <a:ea typeface="Pretendard" panose="02000503000000020004" pitchFamily="2" charset="-127"/>
                <a:cs typeface="Pretendard" panose="02000503000000020004" pitchFamily="2" charset="-127"/>
              </a:rPr>
              <a:t>Betweenness Centrality </a:t>
            </a:r>
            <a:r>
              <a:rPr lang="en" altLang="ko-KR" sz="11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매개 </a:t>
            </a:r>
            <a:r>
              <a:rPr lang="ko-KR" altLang="en-US" sz="1100" dirty="0" err="1">
                <a:latin typeface="Pretendard" panose="02000503000000020004" pitchFamily="2" charset="-127"/>
                <a:ea typeface="Pretendard" panose="02000503000000020004" pitchFamily="2" charset="-127"/>
                <a:cs typeface="Pretendard" panose="02000503000000020004" pitchFamily="2" charset="-127"/>
              </a:rPr>
              <a:t>중심성</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a:t>
            </a:r>
            <a:endParaRPr lang="ko-KR" altLang="en-US" sz="1100" dirty="0">
              <a:latin typeface="Pretendard" panose="02000503000000020004" pitchFamily="2" charset="-127"/>
              <a:ea typeface="Pretendard" panose="02000503000000020004" pitchFamily="2" charset="-127"/>
              <a:cs typeface="Pretendard" panose="02000503000000020004" pitchFamily="2" charset="-127"/>
            </a:endParaRPr>
          </a:p>
          <a:p>
            <a:pPr marL="685800" lvl="1" indent="-228600">
              <a:buFont typeface="Arial" panose="020B0604020202020204" pitchFamily="34" charset="0"/>
              <a:buChar char="•"/>
            </a:pPr>
            <a:r>
              <a:rPr lang="ko-KR" altLang="en-US" sz="1100" dirty="0">
                <a:latin typeface="Pretendard" panose="02000503000000020004" pitchFamily="2" charset="-127"/>
                <a:ea typeface="Pretendard" panose="02000503000000020004" pitchFamily="2" charset="-127"/>
                <a:cs typeface="Pretendard" panose="02000503000000020004" pitchFamily="2" charset="-127"/>
              </a:rPr>
              <a:t>다른 두 식품군 사이의 가장 짧은 경로 상에 해당 식품군이 얼마나 자주 놓이는지를 측정</a:t>
            </a:r>
            <a:endParaRPr lang="en-US" altLang="ko-KR" sz="1100" dirty="0">
              <a:latin typeface="Pretendard" panose="02000503000000020004" pitchFamily="2" charset="-127"/>
              <a:ea typeface="Pretendard" panose="02000503000000020004" pitchFamily="2" charset="-127"/>
              <a:cs typeface="Pretendard" panose="02000503000000020004" pitchFamily="2" charset="-127"/>
            </a:endParaRPr>
          </a:p>
          <a:p>
            <a:pPr marL="685800" lvl="1" indent="-228600">
              <a:buFont typeface="Arial" panose="020B0604020202020204" pitchFamily="34" charset="0"/>
              <a:buChar char="•"/>
            </a:pPr>
            <a:r>
              <a:rPr lang="ko-KR" altLang="en-US" sz="1100" dirty="0">
                <a:latin typeface="Pretendard" panose="02000503000000020004" pitchFamily="2" charset="-127"/>
                <a:ea typeface="Pretendard" panose="02000503000000020004" pitchFamily="2" charset="-127"/>
                <a:cs typeface="Pretendard" panose="02000503000000020004" pitchFamily="2" charset="-127"/>
              </a:rPr>
              <a:t>의미</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 해당 식품군이 네트워크 내에서 다른 그룹들을 연결해주는 </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다리</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a:t>
            </a:r>
            <a:r>
              <a:rPr lang="en" altLang="ko-KR" sz="1100" dirty="0">
                <a:latin typeface="Pretendard" panose="02000503000000020004" pitchFamily="2" charset="-127"/>
                <a:ea typeface="Pretendard" panose="02000503000000020004" pitchFamily="2" charset="-127"/>
                <a:cs typeface="Pretendard" panose="02000503000000020004" pitchFamily="2" charset="-127"/>
              </a:rPr>
              <a:t>Bridging Role)' </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역할을 얼마나 하는지를 보여주어</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 값이 높으면</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그 식품을 통하지 </a:t>
            </a:r>
            <a:r>
              <a:rPr lang="ko-KR" altLang="en-US" sz="1100" dirty="0" err="1">
                <a:latin typeface="Pretendard" panose="02000503000000020004" pitchFamily="2" charset="-127"/>
                <a:ea typeface="Pretendard" panose="02000503000000020004" pitchFamily="2" charset="-127"/>
                <a:cs typeface="Pretendard" panose="02000503000000020004" pitchFamily="2" charset="-127"/>
              </a:rPr>
              <a:t>않고서는</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 다른 식습관 그룹끼리 소통하기 어려움</a:t>
            </a:r>
            <a:endParaRPr lang="en-US" altLang="ko-KR" sz="1100" dirty="0">
              <a:latin typeface="Pretendard" panose="02000503000000020004" pitchFamily="2" charset="-127"/>
              <a:ea typeface="Pretendard" panose="02000503000000020004" pitchFamily="2" charset="-127"/>
              <a:cs typeface="Pretendard" panose="02000503000000020004" pitchFamily="2" charset="-127"/>
            </a:endParaRPr>
          </a:p>
          <a:p>
            <a:pPr marL="228600" indent="-228600">
              <a:buFont typeface="+mj-lt"/>
              <a:buAutoNum type="arabicPeriod"/>
            </a:pPr>
            <a:r>
              <a:rPr lang="en" altLang="ko-KR" sz="1100" b="1" dirty="0">
                <a:latin typeface="Pretendard" panose="02000503000000020004" pitchFamily="2" charset="-127"/>
                <a:ea typeface="Pretendard" panose="02000503000000020004" pitchFamily="2" charset="-127"/>
                <a:cs typeface="Pretendard" panose="02000503000000020004" pitchFamily="2" charset="-127"/>
              </a:rPr>
              <a:t>Closeness Centrality </a:t>
            </a:r>
            <a:r>
              <a:rPr lang="en" altLang="ko-KR" sz="11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근접 </a:t>
            </a:r>
            <a:r>
              <a:rPr lang="ko-KR" altLang="en-US" sz="1100" dirty="0" err="1">
                <a:latin typeface="Pretendard" panose="02000503000000020004" pitchFamily="2" charset="-127"/>
                <a:ea typeface="Pretendard" panose="02000503000000020004" pitchFamily="2" charset="-127"/>
                <a:cs typeface="Pretendard" panose="02000503000000020004" pitchFamily="2" charset="-127"/>
              </a:rPr>
              <a:t>중심성</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a:t>
            </a:r>
            <a:endParaRPr lang="ko-KR" altLang="en-US" sz="1100" dirty="0">
              <a:latin typeface="Pretendard" panose="02000503000000020004" pitchFamily="2" charset="-127"/>
              <a:ea typeface="Pretendard" panose="02000503000000020004" pitchFamily="2" charset="-127"/>
              <a:cs typeface="Pretendard" panose="02000503000000020004" pitchFamily="2" charset="-127"/>
            </a:endParaRPr>
          </a:p>
          <a:p>
            <a:pPr marL="685800" lvl="1" indent="-228600">
              <a:buFont typeface="Arial" panose="020B0604020202020204" pitchFamily="34" charset="0"/>
              <a:buChar char="•"/>
            </a:pPr>
            <a:r>
              <a:rPr lang="ko-KR" altLang="en-US" sz="1100" dirty="0">
                <a:latin typeface="Pretendard" panose="02000503000000020004" pitchFamily="2" charset="-127"/>
                <a:ea typeface="Pretendard" panose="02000503000000020004" pitchFamily="2" charset="-127"/>
                <a:cs typeface="Pretendard" panose="02000503000000020004" pitchFamily="2" charset="-127"/>
              </a:rPr>
              <a:t>정의</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 해당 식품군에서 다른 모든 식품군까지의 거리를 합산한 후</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그 역수</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a:t>
            </a:r>
            <a:r>
              <a:rPr lang="en" altLang="ko-KR" sz="1100" dirty="0">
                <a:latin typeface="Pretendard" panose="02000503000000020004" pitchFamily="2" charset="-127"/>
                <a:ea typeface="Pretendard" panose="02000503000000020004" pitchFamily="2" charset="-127"/>
                <a:cs typeface="Pretendard" panose="02000503000000020004" pitchFamily="2" charset="-127"/>
              </a:rPr>
              <a:t>inverse)</a:t>
            </a:r>
            <a:r>
              <a:rPr lang="ko-KR" altLang="en-US" sz="1100" dirty="0" err="1">
                <a:latin typeface="Pretendard" panose="02000503000000020004" pitchFamily="2" charset="-127"/>
                <a:ea typeface="Pretendard" panose="02000503000000020004" pitchFamily="2" charset="-127"/>
                <a:cs typeface="Pretendard" panose="02000503000000020004" pitchFamily="2" charset="-127"/>
              </a:rPr>
              <a:t>를</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 취한 값</a:t>
            </a:r>
            <a:endParaRPr lang="en-US" altLang="ko-KR" sz="1100" dirty="0">
              <a:latin typeface="Pretendard" panose="02000503000000020004" pitchFamily="2" charset="-127"/>
              <a:ea typeface="Pretendard" panose="02000503000000020004" pitchFamily="2" charset="-127"/>
              <a:cs typeface="Pretendard" panose="02000503000000020004" pitchFamily="2" charset="-127"/>
            </a:endParaRPr>
          </a:p>
          <a:p>
            <a:pPr marL="685800" lvl="1" indent="-228600">
              <a:buFont typeface="Arial" panose="020B0604020202020204" pitchFamily="34" charset="0"/>
              <a:buChar char="•"/>
            </a:pPr>
            <a:r>
              <a:rPr lang="ko-KR" altLang="en-US" sz="1100" dirty="0">
                <a:latin typeface="Pretendard" panose="02000503000000020004" pitchFamily="2" charset="-127"/>
                <a:ea typeface="Pretendard" panose="02000503000000020004" pitchFamily="2" charset="-127"/>
                <a:cs typeface="Pretendard" panose="02000503000000020004" pitchFamily="2" charset="-127"/>
              </a:rPr>
              <a:t>의미</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 네트워크 내에서 해당 식품군이 다른 모든 식품군에 얼마나 빨리 접근할 수 있는지</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접근성</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100" dirty="0" err="1">
                <a:latin typeface="Pretendard" panose="02000503000000020004" pitchFamily="2" charset="-127"/>
                <a:ea typeface="Pretendard" panose="02000503000000020004" pitchFamily="2" charset="-127"/>
                <a:cs typeface="Pretendard" panose="02000503000000020004" pitchFamily="2" charset="-127"/>
              </a:rPr>
              <a:t>를</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 나타내어</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값이 높으면 그 식품이 식습관 네트워크의 중심부에 가까이 위치하고 있음을 의미함</a:t>
            </a:r>
            <a:endParaRPr lang="en-US" altLang="ko-KR" sz="1100" dirty="0">
              <a:latin typeface="Pretendard" panose="02000503000000020004" pitchFamily="2" charset="-127"/>
              <a:ea typeface="Pretendard" panose="02000503000000020004" pitchFamily="2" charset="-127"/>
              <a:cs typeface="Pretendard" panose="02000503000000020004" pitchFamily="2" charset="-127"/>
            </a:endParaRPr>
          </a:p>
          <a:p>
            <a:pPr marL="228600" indent="-228600">
              <a:buFont typeface="+mj-lt"/>
              <a:buAutoNum type="arabicPeriod"/>
            </a:pPr>
            <a:r>
              <a:rPr lang="en" altLang="ko-KR" sz="1100" b="1" dirty="0">
                <a:latin typeface="Pretendard" panose="02000503000000020004" pitchFamily="2" charset="-127"/>
                <a:ea typeface="Pretendard" panose="02000503000000020004" pitchFamily="2" charset="-127"/>
                <a:cs typeface="Pretendard" panose="02000503000000020004" pitchFamily="2" charset="-127"/>
              </a:rPr>
              <a:t>Strength Centrality </a:t>
            </a:r>
            <a:r>
              <a:rPr lang="en" altLang="ko-KR" sz="11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연결 강도 </a:t>
            </a:r>
            <a:r>
              <a:rPr lang="ko-KR" altLang="en-US" sz="1100" dirty="0" err="1">
                <a:latin typeface="Pretendard" panose="02000503000000020004" pitchFamily="2" charset="-127"/>
                <a:ea typeface="Pretendard" panose="02000503000000020004" pitchFamily="2" charset="-127"/>
                <a:cs typeface="Pretendard" panose="02000503000000020004" pitchFamily="2" charset="-127"/>
              </a:rPr>
              <a:t>중심성</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a:t>
            </a:r>
            <a:endParaRPr lang="ko-KR" altLang="en-US" sz="1100" dirty="0">
              <a:latin typeface="Pretendard" panose="02000503000000020004" pitchFamily="2" charset="-127"/>
              <a:ea typeface="Pretendard" panose="02000503000000020004" pitchFamily="2" charset="-127"/>
              <a:cs typeface="Pretendard" panose="02000503000000020004" pitchFamily="2" charset="-127"/>
            </a:endParaRPr>
          </a:p>
          <a:p>
            <a:pPr marL="685800" lvl="1" indent="-228600">
              <a:buFont typeface="Arial" panose="020B0604020202020204" pitchFamily="34" charset="0"/>
              <a:buChar char="•"/>
            </a:pPr>
            <a:r>
              <a:rPr lang="ko-KR" altLang="en-US" sz="1100" dirty="0">
                <a:latin typeface="Pretendard" panose="02000503000000020004" pitchFamily="2" charset="-127"/>
                <a:ea typeface="Pretendard" panose="02000503000000020004" pitchFamily="2" charset="-127"/>
                <a:cs typeface="Pretendard" panose="02000503000000020004" pitchFamily="2" charset="-127"/>
              </a:rPr>
              <a:t>정의</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 특정 식품군과 연결된 모든 </a:t>
            </a:r>
            <a:r>
              <a:rPr lang="ko-KR" altLang="en-US" sz="1100" dirty="0" err="1">
                <a:latin typeface="Pretendard" panose="02000503000000020004" pitchFamily="2" charset="-127"/>
                <a:ea typeface="Pretendard" panose="02000503000000020004" pitchFamily="2" charset="-127"/>
                <a:cs typeface="Pretendard" panose="02000503000000020004" pitchFamily="2" charset="-127"/>
              </a:rPr>
              <a:t>엣지의</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 강도</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절댓값</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100" dirty="0" err="1">
                <a:latin typeface="Pretendard" panose="02000503000000020004" pitchFamily="2" charset="-127"/>
                <a:ea typeface="Pretendard" panose="02000503000000020004" pitchFamily="2" charset="-127"/>
                <a:cs typeface="Pretendard" panose="02000503000000020004" pitchFamily="2" charset="-127"/>
              </a:rPr>
              <a:t>를</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 합산한 값</a:t>
            </a:r>
            <a:endParaRPr lang="en-US" altLang="ko-KR" sz="1100" dirty="0">
              <a:latin typeface="Pretendard" panose="02000503000000020004" pitchFamily="2" charset="-127"/>
              <a:ea typeface="Pretendard" panose="02000503000000020004" pitchFamily="2" charset="-127"/>
              <a:cs typeface="Pretendard" panose="02000503000000020004" pitchFamily="2" charset="-127"/>
            </a:endParaRPr>
          </a:p>
          <a:p>
            <a:pPr marL="685800" lvl="1" indent="-228600">
              <a:buFont typeface="Arial" panose="020B0604020202020204" pitchFamily="34" charset="0"/>
              <a:buChar char="•"/>
            </a:pPr>
            <a:r>
              <a:rPr lang="ko-KR" altLang="en-US" sz="1100" dirty="0">
                <a:latin typeface="Pretendard" panose="02000503000000020004" pitchFamily="2" charset="-127"/>
                <a:ea typeface="Pretendard" panose="02000503000000020004" pitchFamily="2" charset="-127"/>
                <a:cs typeface="Pretendard" panose="02000503000000020004" pitchFamily="2" charset="-127"/>
              </a:rPr>
              <a:t>의미</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 해당 식품군이 다른 식품군들과 얼마나 강하게</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자주 함께 소비되는지를 나타냄</a:t>
            </a:r>
            <a:endParaRPr lang="en-US" altLang="ko-KR" sz="1100" dirty="0">
              <a:latin typeface="Pretendard" panose="02000503000000020004" pitchFamily="2" charset="-127"/>
              <a:ea typeface="Pretendard" panose="02000503000000020004" pitchFamily="2" charset="-127"/>
              <a:cs typeface="Pretendard" panose="02000503000000020004" pitchFamily="2" charset="-127"/>
            </a:endParaRPr>
          </a:p>
        </p:txBody>
      </p:sp>
    </p:spTree>
    <p:extLst>
      <p:ext uri="{BB962C8B-B14F-4D97-AF65-F5344CB8AC3E}">
        <p14:creationId xmlns:p14="http://schemas.microsoft.com/office/powerpoint/2010/main" val="1958424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8F7B7-ABC3-9950-A38F-AE8B9F906726}"/>
            </a:ext>
          </a:extLst>
        </p:cNvPr>
        <p:cNvGrpSpPr/>
        <p:nvPr/>
      </p:nvGrpSpPr>
      <p:grpSpPr>
        <a:xfrm>
          <a:off x="0" y="0"/>
          <a:ext cx="0" cy="0"/>
          <a:chOff x="0" y="0"/>
          <a:chExt cx="0" cy="0"/>
        </a:xfrm>
      </p:grpSpPr>
      <p:cxnSp>
        <p:nvCxnSpPr>
          <p:cNvPr id="36" name="직선 연결선 35">
            <a:extLst>
              <a:ext uri="{FF2B5EF4-FFF2-40B4-BE49-F238E27FC236}">
                <a16:creationId xmlns:a16="http://schemas.microsoft.com/office/drawing/2014/main" id="{DA17D709-0BA1-C74B-8E31-F59BC08B5D23}"/>
              </a:ext>
            </a:extLst>
          </p:cNvPr>
          <p:cNvCxnSpPr>
            <a:cxnSpLocks/>
          </p:cNvCxnSpPr>
          <p:nvPr/>
        </p:nvCxnSpPr>
        <p:spPr>
          <a:xfrm>
            <a:off x="203625" y="625569"/>
            <a:ext cx="11410443" cy="0"/>
          </a:xfrm>
          <a:prstGeom prst="line">
            <a:avLst/>
          </a:prstGeom>
          <a:ln w="38100">
            <a:gradFill flip="none" rotWithShape="1">
              <a:gsLst>
                <a:gs pos="0">
                  <a:schemeClr val="accent1">
                    <a:lumMod val="5000"/>
                    <a:lumOff val="95000"/>
                  </a:schemeClr>
                </a:gs>
                <a:gs pos="100000">
                  <a:srgbClr val="203864"/>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3" name="슬라이드 번호 개체 틀 4">
            <a:extLst>
              <a:ext uri="{FF2B5EF4-FFF2-40B4-BE49-F238E27FC236}">
                <a16:creationId xmlns:a16="http://schemas.microsoft.com/office/drawing/2014/main" id="{2555287A-FFFC-B88E-7901-F176F43836B7}"/>
              </a:ext>
            </a:extLst>
          </p:cNvPr>
          <p:cNvSpPr>
            <a:spLocks noGrp="1"/>
          </p:cNvSpPr>
          <p:nvPr>
            <p:ph type="sldNum" sz="quarter" idx="12"/>
          </p:nvPr>
        </p:nvSpPr>
        <p:spPr>
          <a:xfrm>
            <a:off x="11582312" y="6432300"/>
            <a:ext cx="458632" cy="365121"/>
          </a:xfrm>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103960E3-3A3F-4900-8A03-B82E8F2AAFCC}" type="slidenum">
              <a:rPr kumimoji="0" lang="ko-KR" altLang="en-US" sz="1200" b="0" i="0" u="none" strike="noStrike" kern="1200" cap="none" spc="0" normalizeH="0" baseline="0" noProof="0" smtClean="0">
                <a:ln>
                  <a:noFill/>
                </a:ln>
                <a:solidFill>
                  <a:prstClr val="black">
                    <a:tint val="75000"/>
                  </a:prstClr>
                </a:solidFill>
                <a:effectLst/>
                <a:uLnTx/>
                <a:uFillTx/>
                <a:latin typeface="맑은 고딕" panose="020F050202020403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7</a:t>
            </a:fld>
            <a:endParaRPr kumimoji="0" lang="ko-KR" altLang="en-US" sz="1200" b="0" i="0" u="none" strike="noStrike" kern="1200" cap="none" spc="0" normalizeH="0" baseline="0" noProof="0">
              <a:ln>
                <a:noFill/>
              </a:ln>
              <a:solidFill>
                <a:prstClr val="black">
                  <a:tint val="75000"/>
                </a:prstClr>
              </a:solidFill>
              <a:effectLst/>
              <a:uLnTx/>
              <a:uFillTx/>
              <a:latin typeface="맑은 고딕" panose="020F0502020204030204"/>
              <a:ea typeface="맑은 고딕" panose="020B0503020000020004" pitchFamily="50" charset="-127"/>
              <a:cs typeface="+mn-cs"/>
            </a:endParaRPr>
          </a:p>
        </p:txBody>
      </p:sp>
      <p:sp>
        <p:nvSpPr>
          <p:cNvPr id="2" name="TextBox 1">
            <a:extLst>
              <a:ext uri="{FF2B5EF4-FFF2-40B4-BE49-F238E27FC236}">
                <a16:creationId xmlns:a16="http://schemas.microsoft.com/office/drawing/2014/main" id="{3CB94D0D-223A-A3D2-1113-995341E080D4}"/>
              </a:ext>
            </a:extLst>
          </p:cNvPr>
          <p:cNvSpPr txBox="1"/>
          <p:nvPr/>
        </p:nvSpPr>
        <p:spPr>
          <a:xfrm>
            <a:off x="203625" y="117629"/>
            <a:ext cx="11837319" cy="461665"/>
          </a:xfrm>
          <a:prstGeom prst="rect">
            <a:avLst/>
          </a:prstGeom>
          <a:noFill/>
        </p:spPr>
        <p:txBody>
          <a:bodyPr wrap="square">
            <a:spAutoFit/>
          </a:bodyPr>
          <a:lstStyle/>
          <a:p>
            <a:pPr defTabSz="180952">
              <a:defRPr/>
            </a:pPr>
            <a:r>
              <a:rPr lang="en-US" altLang="ko-KR" sz="2400" b="1" dirty="0">
                <a:ln w="9525">
                  <a:solidFill>
                    <a:srgbClr val="4F81BD">
                      <a:shade val="50000"/>
                      <a:alpha val="0"/>
                    </a:srgbClr>
                  </a:solidFill>
                </a:ln>
                <a:solidFill>
                  <a:schemeClr val="tx1">
                    <a:lumMod val="50000"/>
                    <a:lumOff val="50000"/>
                  </a:schemeClr>
                </a:solidFill>
                <a:latin typeface="Pretendard Black" panose="02000503000000020004" pitchFamily="2" charset="-127"/>
                <a:ea typeface="Pretendard Black" panose="02000503000000020004" pitchFamily="2" charset="-127"/>
                <a:cs typeface="Pretendard Black" panose="02000503000000020004" pitchFamily="2" charset="-127"/>
              </a:rPr>
              <a:t>03</a:t>
            </a:r>
            <a:r>
              <a:rPr lang="en-US" altLang="ko-KR" sz="2400" b="1" dirty="0">
                <a:ln w="9525">
                  <a:solidFill>
                    <a:srgbClr val="4F81BD">
                      <a:shade val="50000"/>
                      <a:alpha val="0"/>
                    </a:srgbClr>
                  </a:solidFill>
                </a:ln>
                <a:latin typeface="Pretendard Black" panose="02000503000000020004" pitchFamily="2" charset="-127"/>
                <a:ea typeface="Pretendard Black" panose="02000503000000020004" pitchFamily="2" charset="-127"/>
                <a:cs typeface="Pretendard Black" panose="02000503000000020004" pitchFamily="2" charset="-127"/>
              </a:rPr>
              <a:t> </a:t>
            </a:r>
            <a:r>
              <a:rPr lang="en-US" altLang="ko-KR" sz="2400" b="1" dirty="0">
                <a:ln w="9525">
                  <a:solidFill>
                    <a:srgbClr val="4F81BD">
                      <a:shade val="50000"/>
                      <a:alpha val="0"/>
                    </a:srgbClr>
                  </a:solidFill>
                </a:ln>
                <a:solidFill>
                  <a:srgbClr val="203864"/>
                </a:solidFill>
                <a:latin typeface="Pretendard Black" panose="02000503000000020004" pitchFamily="2" charset="-127"/>
                <a:ea typeface="Pretendard Black" panose="02000503000000020004" pitchFamily="2" charset="-127"/>
                <a:cs typeface="Pretendard Black" panose="02000503000000020004" pitchFamily="2" charset="-127"/>
              </a:rPr>
              <a:t>Results</a:t>
            </a:r>
          </a:p>
        </p:txBody>
      </p:sp>
      <p:sp>
        <p:nvSpPr>
          <p:cNvPr id="6" name="내용 개체 틀 1">
            <a:extLst>
              <a:ext uri="{FF2B5EF4-FFF2-40B4-BE49-F238E27FC236}">
                <a16:creationId xmlns:a16="http://schemas.microsoft.com/office/drawing/2014/main" id="{2FC95BD3-8A90-9CE8-5A54-3D5DA4225B52}"/>
              </a:ext>
            </a:extLst>
          </p:cNvPr>
          <p:cNvSpPr txBox="1">
            <a:spLocks/>
          </p:cNvSpPr>
          <p:nvPr/>
        </p:nvSpPr>
        <p:spPr>
          <a:xfrm>
            <a:off x="105508" y="765301"/>
            <a:ext cx="11966330" cy="5975055"/>
          </a:xfrm>
          <a:prstGeom prst="rect">
            <a:avLst/>
          </a:prstGeom>
        </p:spPr>
        <p:txBody>
          <a:bodyP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ko-KR" altLang="en-US" sz="1600" b="1" dirty="0">
                <a:latin typeface="Pretendard" panose="02000503000000020004" pitchFamily="2" charset="-127"/>
                <a:ea typeface="Pretendard" panose="02000503000000020004" pitchFamily="2" charset="-127"/>
                <a:cs typeface="Pretendard" panose="02000503000000020004" pitchFamily="2" charset="-127"/>
              </a:rPr>
              <a:t>식이 네트워크 상세 분석</a:t>
            </a:r>
          </a:p>
        </p:txBody>
      </p:sp>
      <p:graphicFrame>
        <p:nvGraphicFramePr>
          <p:cNvPr id="7" name="표 6">
            <a:extLst>
              <a:ext uri="{FF2B5EF4-FFF2-40B4-BE49-F238E27FC236}">
                <a16:creationId xmlns:a16="http://schemas.microsoft.com/office/drawing/2014/main" id="{A49E83D2-9137-D796-73D1-AC300B56F765}"/>
              </a:ext>
            </a:extLst>
          </p:cNvPr>
          <p:cNvGraphicFramePr>
            <a:graphicFrameLocks noGrp="1"/>
          </p:cNvGraphicFramePr>
          <p:nvPr>
            <p:extLst>
              <p:ext uri="{D42A27DB-BD31-4B8C-83A1-F6EECF244321}">
                <p14:modId xmlns:p14="http://schemas.microsoft.com/office/powerpoint/2010/main" val="1195397610"/>
              </p:ext>
            </p:extLst>
          </p:nvPr>
        </p:nvGraphicFramePr>
        <p:xfrm>
          <a:off x="4944402" y="1297620"/>
          <a:ext cx="6982327" cy="5317240"/>
        </p:xfrm>
        <a:graphic>
          <a:graphicData uri="http://schemas.openxmlformats.org/drawingml/2006/table">
            <a:tbl>
              <a:tblPr firstRow="1" bandRow="1">
                <a:tableStyleId>{2D5ABB26-0587-4C30-8999-92F81FD0307C}</a:tableStyleId>
              </a:tblPr>
              <a:tblGrid>
                <a:gridCol w="1050416">
                  <a:extLst>
                    <a:ext uri="{9D8B030D-6E8A-4147-A177-3AD203B41FA5}">
                      <a16:colId xmlns:a16="http://schemas.microsoft.com/office/drawing/2014/main" val="1040437493"/>
                    </a:ext>
                  </a:extLst>
                </a:gridCol>
                <a:gridCol w="1050416">
                  <a:extLst>
                    <a:ext uri="{9D8B030D-6E8A-4147-A177-3AD203B41FA5}">
                      <a16:colId xmlns:a16="http://schemas.microsoft.com/office/drawing/2014/main" val="4217700837"/>
                    </a:ext>
                  </a:extLst>
                </a:gridCol>
                <a:gridCol w="4881495">
                  <a:extLst>
                    <a:ext uri="{9D8B030D-6E8A-4147-A177-3AD203B41FA5}">
                      <a16:colId xmlns:a16="http://schemas.microsoft.com/office/drawing/2014/main" val="634483955"/>
                    </a:ext>
                  </a:extLst>
                </a:gridCol>
              </a:tblGrid>
              <a:tr h="370840">
                <a:tc>
                  <a:txBody>
                    <a:bodyPr/>
                    <a:lstStyle/>
                    <a:p>
                      <a:pPr algn="ctr" latinLnBrk="1"/>
                      <a:r>
                        <a:rPr lang="en-US" altLang="ko-KR"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Network</a:t>
                      </a:r>
                      <a:endParaRPr lang="ko-KR" altLang="en-US"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a:txBody>
                  <a:tcPr anchor="ctr">
                    <a:lnR w="6350" cap="flat" cmpd="sng" algn="ctr">
                      <a:solidFill>
                        <a:schemeClr val="tx1">
                          <a:lumMod val="50000"/>
                          <a:lumOff val="50000"/>
                        </a:schemeClr>
                      </a:solidFill>
                      <a:prstDash val="solid"/>
                      <a:round/>
                      <a:headEnd type="none" w="med" len="med"/>
                      <a:tailEnd type="none" w="med" len="med"/>
                    </a:lnR>
                    <a:lnB w="12700" cap="flat" cmpd="sng" algn="ctr">
                      <a:solidFill>
                        <a:schemeClr val="tx1">
                          <a:lumMod val="50000"/>
                          <a:lumOff val="50000"/>
                        </a:schemeClr>
                      </a:solidFill>
                      <a:prstDash val="solid"/>
                      <a:round/>
                      <a:headEnd type="none" w="med" len="med"/>
                      <a:tailEnd type="none" w="med" len="med"/>
                    </a:lnB>
                    <a:solidFill>
                      <a:srgbClr val="DEEBF7"/>
                    </a:solidFill>
                  </a:tcPr>
                </a:tc>
                <a:tc>
                  <a:txBody>
                    <a:bodyPr/>
                    <a:lstStyle/>
                    <a:p>
                      <a:pPr algn="ctr" latinLnBrk="1"/>
                      <a:r>
                        <a:rPr lang="ko-KR" altLang="en-US"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중심 식품</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B w="12700" cap="flat" cmpd="sng" algn="ctr">
                      <a:solidFill>
                        <a:schemeClr val="tx1">
                          <a:lumMod val="50000"/>
                          <a:lumOff val="50000"/>
                        </a:schemeClr>
                      </a:solidFill>
                      <a:prstDash val="solid"/>
                      <a:round/>
                      <a:headEnd type="none" w="med" len="med"/>
                      <a:tailEnd type="none" w="med" len="med"/>
                    </a:lnB>
                    <a:solidFill>
                      <a:srgbClr val="DEEBF7"/>
                    </a:solidFill>
                  </a:tcPr>
                </a:tc>
                <a:tc>
                  <a:txBody>
                    <a:bodyPr/>
                    <a:lstStyle/>
                    <a:p>
                      <a:pPr algn="ctr" latinLnBrk="1"/>
                      <a:r>
                        <a:rPr lang="ko-KR" altLang="en-US"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주요 상관관계</a:t>
                      </a:r>
                    </a:p>
                  </a:txBody>
                  <a:tcPr anchor="ctr">
                    <a:lnL w="6350" cap="flat" cmpd="sng" algn="ctr">
                      <a:solidFill>
                        <a:schemeClr val="tx1">
                          <a:lumMod val="50000"/>
                          <a:lumOff val="50000"/>
                        </a:schemeClr>
                      </a:solidFill>
                      <a:prstDash val="solid"/>
                      <a:round/>
                      <a:headEnd type="none" w="med" len="med"/>
                      <a:tailEnd type="none" w="med" len="med"/>
                    </a:lnL>
                    <a:lnB w="12700" cap="flat" cmpd="sng" algn="ctr">
                      <a:solidFill>
                        <a:schemeClr val="tx1">
                          <a:lumMod val="50000"/>
                          <a:lumOff val="50000"/>
                        </a:schemeClr>
                      </a:solidFill>
                      <a:prstDash val="solid"/>
                      <a:round/>
                      <a:headEnd type="none" w="med" len="med"/>
                      <a:tailEnd type="none" w="med" len="med"/>
                    </a:lnB>
                    <a:solidFill>
                      <a:srgbClr val="DEEBF7"/>
                    </a:solidFill>
                  </a:tcPr>
                </a:tc>
                <a:extLst>
                  <a:ext uri="{0D108BD9-81ED-4DB2-BD59-A6C34878D82A}">
                    <a16:rowId xmlns:a16="http://schemas.microsoft.com/office/drawing/2014/main" val="885165699"/>
                  </a:ext>
                </a:extLst>
              </a:tr>
              <a:tr h="824400">
                <a:tc>
                  <a:txBody>
                    <a:bodyPr/>
                    <a:lstStyle/>
                    <a:p>
                      <a:pPr algn="ctr" latinLnBrk="1"/>
                      <a:r>
                        <a:rPr lang="en-US" altLang="ko-KR" sz="1200" b="1" dirty="0">
                          <a:latin typeface="Pretendard" panose="02000503000000020004" pitchFamily="2" charset="-127"/>
                          <a:ea typeface="Pretendard" panose="02000503000000020004" pitchFamily="2" charset="-127"/>
                          <a:cs typeface="Pretendard" panose="02000503000000020004" pitchFamily="2" charset="-127"/>
                        </a:rPr>
                        <a:t>Vegetable</a:t>
                      </a:r>
                      <a:endParaRPr lang="ko-KR" altLang="en-US"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a:txBody>
                  <a:tcPr anchor="ctr">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Raw</a:t>
                      </a:r>
                    </a:p>
                    <a:p>
                      <a:pPr algn="ctr" latinLnBrk="1"/>
                      <a:r>
                        <a:rPr lang="en-US" altLang="ko-KR"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vegetables</a:t>
                      </a:r>
                      <a:endParaRPr lang="ko-KR" altLang="en-US"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171450" indent="-171450" latinLnBrk="1">
                        <a:buFont typeface="Arial" panose="020B0604020202020204" pitchFamily="34" charset="0"/>
                        <a:buChar char="•"/>
                      </a:pPr>
                      <a:r>
                        <a:rPr lang="ko-KR" altLang="en-US" sz="1200" kern="1200" dirty="0" err="1">
                          <a:solidFill>
                            <a:schemeClr val="tx1"/>
                          </a:solidFill>
                          <a:latin typeface="Pretendard" panose="02000503000000020004" pitchFamily="2" charset="-127"/>
                          <a:ea typeface="Pretendard" panose="02000503000000020004" pitchFamily="2" charset="-127"/>
                          <a:cs typeface="Pretendard" panose="02000503000000020004" pitchFamily="2" charset="-127"/>
                        </a:rPr>
                        <a:t>생채소</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마늘</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a:t>
                      </a:r>
                      <a:r>
                        <a:rPr lang="en"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r = 0.28</a:t>
                      </a:r>
                    </a:p>
                    <a:p>
                      <a:pPr marL="171450" indent="-171450" latinLnBrk="1">
                        <a:buFont typeface="Arial" panose="020B0604020202020204" pitchFamily="34" charset="0"/>
                        <a:buChar char="•"/>
                      </a:pP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조리채소</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양배추</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a:t>
                      </a:r>
                      <a:r>
                        <a:rPr lang="en"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r = 0.26</a:t>
                      </a:r>
                    </a:p>
                    <a:p>
                      <a:pPr marL="171450" indent="-171450" latinLnBrk="1">
                        <a:buFont typeface="Arial" panose="020B0604020202020204" pitchFamily="34" charset="0"/>
                        <a:buChar char="•"/>
                      </a:pPr>
                      <a:r>
                        <a:rPr lang="ko-KR" altLang="en-US" sz="1200" kern="1200" dirty="0" err="1">
                          <a:solidFill>
                            <a:schemeClr val="tx1"/>
                          </a:solidFill>
                          <a:latin typeface="Pretendard" panose="02000503000000020004" pitchFamily="2" charset="-127"/>
                          <a:ea typeface="Pretendard" panose="02000503000000020004" pitchFamily="2" charset="-127"/>
                          <a:cs typeface="Pretendard" panose="02000503000000020004" pitchFamily="2" charset="-127"/>
                        </a:rPr>
                        <a:t>생채소</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조리채소</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a:t>
                      </a:r>
                      <a:r>
                        <a:rPr lang="en"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r = 0.20</a:t>
                      </a:r>
                    </a:p>
                    <a:p>
                      <a:pPr marL="171450" indent="-171450" latinLnBrk="1">
                        <a:buFont typeface="Arial" panose="020B0604020202020204" pitchFamily="34" charset="0"/>
                        <a:buChar char="•"/>
                      </a:pPr>
                      <a:r>
                        <a:rPr lang="ko-KR" altLang="en-US" sz="1200" kern="1200" dirty="0" err="1">
                          <a:solidFill>
                            <a:schemeClr val="tx1"/>
                          </a:solidFill>
                          <a:latin typeface="Pretendard" panose="02000503000000020004" pitchFamily="2" charset="-127"/>
                          <a:ea typeface="Pretendard" panose="02000503000000020004" pitchFamily="2" charset="-127"/>
                          <a:cs typeface="Pretendard" panose="02000503000000020004" pitchFamily="2" charset="-127"/>
                        </a:rPr>
                        <a:t>생채소</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00" kern="1200" dirty="0" err="1">
                          <a:solidFill>
                            <a:schemeClr val="tx1"/>
                          </a:solidFill>
                          <a:latin typeface="Pretendard" panose="02000503000000020004" pitchFamily="2" charset="-127"/>
                          <a:ea typeface="Pretendard" panose="02000503000000020004" pitchFamily="2" charset="-127"/>
                          <a:cs typeface="Pretendard" panose="02000503000000020004" pitchFamily="2" charset="-127"/>
                        </a:rPr>
                        <a:t>가공육</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a:t>
                      </a:r>
                      <a:r>
                        <a:rPr lang="en"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r = -0.08 (</a:t>
                      </a: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음의 상관</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p>
                  </a:txBody>
                  <a:tcPr anchor="ctr">
                    <a:lnL w="6350" cap="flat" cmpd="sng" algn="ctr">
                      <a:solidFill>
                        <a:schemeClr val="tx1">
                          <a:lumMod val="50000"/>
                          <a:lumOff val="50000"/>
                        </a:schemeClr>
                      </a:solidFill>
                      <a:prstDash val="solid"/>
                      <a:round/>
                      <a:headEnd type="none" w="med" len="med"/>
                      <a:tailEnd type="none" w="med" len="med"/>
                    </a:lnL>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04706040"/>
                  </a:ext>
                </a:extLst>
              </a:tr>
              <a:tr h="82440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Grain</a:t>
                      </a:r>
                      <a:endParaRPr lang="ko-KR" altLang="en-US"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a:txBody>
                  <a:tcPr anchor="ctr">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Grain</a:t>
                      </a:r>
                      <a:endParaRPr lang="ko-KR" altLang="en-US"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곡물</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마늘</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a:t>
                      </a:r>
                      <a:r>
                        <a:rPr lang="en"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r = 0.27</a:t>
                      </a:r>
                    </a:p>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곡물</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00" kern="1200" dirty="0" err="1">
                          <a:solidFill>
                            <a:schemeClr val="tx1"/>
                          </a:solidFill>
                          <a:latin typeface="Pretendard" panose="02000503000000020004" pitchFamily="2" charset="-127"/>
                          <a:ea typeface="Pretendard" panose="02000503000000020004" pitchFamily="2" charset="-127"/>
                          <a:cs typeface="Pretendard" panose="02000503000000020004" pitchFamily="2" charset="-127"/>
                        </a:rPr>
                        <a:t>내장육</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a:t>
                      </a:r>
                      <a:r>
                        <a:rPr lang="en"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r = 0.19</a:t>
                      </a:r>
                    </a:p>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곡물</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버섯</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a:t>
                      </a:r>
                      <a:r>
                        <a:rPr lang="en"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r = -0.13 (</a:t>
                      </a: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음의 상관</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p>
                  </a:txBody>
                  <a:tcPr anchor="ctr">
                    <a:lnL w="6350" cap="flat" cmpd="sng" algn="ctr">
                      <a:solidFill>
                        <a:schemeClr val="tx1">
                          <a:lumMod val="50000"/>
                          <a:lumOff val="50000"/>
                        </a:schemeClr>
                      </a:solidFill>
                      <a:prstDash val="solid"/>
                      <a:round/>
                      <a:headEnd type="none" w="med" len="med"/>
                      <a:tailEnd type="none" w="med" len="med"/>
                    </a:lnL>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55898806"/>
                  </a:ext>
                </a:extLst>
              </a:tr>
              <a:tr h="824400">
                <a:tc>
                  <a:txBody>
                    <a:bodyPr/>
                    <a:lstStyle/>
                    <a:p>
                      <a:pPr algn="ctr" latinLnBrk="1"/>
                      <a:r>
                        <a:rPr lang="en-US" altLang="ko-KR" sz="1200" b="1" dirty="0">
                          <a:latin typeface="Pretendard" panose="02000503000000020004" pitchFamily="2" charset="-127"/>
                          <a:ea typeface="Pretendard" panose="02000503000000020004" pitchFamily="2" charset="-127"/>
                          <a:cs typeface="Pretendard" panose="02000503000000020004" pitchFamily="2" charset="-127"/>
                        </a:rPr>
                        <a:t>Fruit</a:t>
                      </a:r>
                      <a:endParaRPr lang="ko-KR" altLang="en-US"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a:txBody>
                  <a:tcPr anchor="ctr">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Fresh</a:t>
                      </a:r>
                    </a:p>
                    <a:p>
                      <a:pPr algn="ctr" latinLnBrk="1"/>
                      <a:r>
                        <a:rPr lang="en-US" altLang="ko-KR"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fruit</a:t>
                      </a:r>
                      <a:endParaRPr lang="ko-KR" altLang="en-US"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171450" indent="-171450" latinLnBrk="1">
                        <a:buFont typeface="Arial" panose="020B0604020202020204" pitchFamily="34" charset="0"/>
                        <a:buChar char="•"/>
                      </a:pP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신선과일</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건과일</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a:t>
                      </a:r>
                      <a:r>
                        <a:rPr lang="en"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r = 0.22</a:t>
                      </a:r>
                    </a:p>
                    <a:p>
                      <a:pPr marL="171450" indent="-171450" latinLnBrk="1">
                        <a:buFont typeface="Arial" panose="020B0604020202020204" pitchFamily="34" charset="0"/>
                        <a:buChar char="•"/>
                      </a:pP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신선과일</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과일주스</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a:t>
                      </a:r>
                      <a:r>
                        <a:rPr lang="en"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r = 0.16</a:t>
                      </a:r>
                    </a:p>
                  </a:txBody>
                  <a:tcPr anchor="ctr">
                    <a:lnL w="6350" cap="flat" cmpd="sng" algn="ctr">
                      <a:solidFill>
                        <a:schemeClr val="tx1">
                          <a:lumMod val="50000"/>
                          <a:lumOff val="50000"/>
                        </a:schemeClr>
                      </a:solidFill>
                      <a:prstDash val="solid"/>
                      <a:round/>
                      <a:headEnd type="none" w="med" len="med"/>
                      <a:tailEnd type="none" w="med" len="med"/>
                    </a:lnL>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28902040"/>
                  </a:ext>
                </a:extLst>
              </a:tr>
              <a:tr h="82440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Snack</a:t>
                      </a:r>
                      <a:endParaRPr lang="ko-KR" altLang="en-US"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a:txBody>
                  <a:tcPr anchor="ctr">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Snack</a:t>
                      </a:r>
                      <a:endParaRPr lang="ko-KR" altLang="en-US"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간식</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차</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a:t>
                      </a:r>
                      <a:r>
                        <a:rPr lang="en"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r = 0.80 (</a:t>
                      </a: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전체에서 가장 강한 상관</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p>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간식</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식물성기름</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a:t>
                      </a:r>
                      <a:r>
                        <a:rPr lang="en"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r = 0.17</a:t>
                      </a:r>
                    </a:p>
                  </a:txBody>
                  <a:tcPr anchor="ctr">
                    <a:lnL w="6350" cap="flat" cmpd="sng" algn="ctr">
                      <a:solidFill>
                        <a:schemeClr val="tx1">
                          <a:lumMod val="50000"/>
                          <a:lumOff val="50000"/>
                        </a:schemeClr>
                      </a:solidFill>
                      <a:prstDash val="solid"/>
                      <a:round/>
                      <a:headEnd type="none" w="med" len="med"/>
                      <a:tailEnd type="none" w="med" len="med"/>
                    </a:lnL>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27406162"/>
                  </a:ext>
                </a:extLst>
              </a:tr>
              <a:tr h="82440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Fish/Dairy</a:t>
                      </a:r>
                      <a:endParaRPr lang="ko-KR" altLang="en-US"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a:txBody>
                  <a:tcPr anchor="ctr">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Margarine</a:t>
                      </a:r>
                      <a:endParaRPr lang="ko-KR" altLang="en-US"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생선</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00" kern="1200" dirty="0" err="1">
                          <a:solidFill>
                            <a:schemeClr val="tx1"/>
                          </a:solidFill>
                          <a:latin typeface="Pretendard" panose="02000503000000020004" pitchFamily="2" charset="-127"/>
                          <a:ea typeface="Pretendard" panose="02000503000000020004" pitchFamily="2" charset="-127"/>
                          <a:cs typeface="Pretendard" panose="02000503000000020004" pitchFamily="2" charset="-127"/>
                        </a:rPr>
                        <a:t>내장육</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a:t>
                      </a:r>
                      <a:r>
                        <a:rPr lang="en"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r = 0.15</a:t>
                      </a:r>
                    </a:p>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1200" kern="1200" dirty="0" err="1">
                          <a:solidFill>
                            <a:schemeClr val="tx1"/>
                          </a:solidFill>
                          <a:latin typeface="Pretendard" panose="02000503000000020004" pitchFamily="2" charset="-127"/>
                          <a:ea typeface="Pretendard" panose="02000503000000020004" pitchFamily="2" charset="-127"/>
                          <a:cs typeface="Pretendard" panose="02000503000000020004" pitchFamily="2" charset="-127"/>
                        </a:rPr>
                        <a:t>저지방유제품</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콩류</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a:t>
                      </a:r>
                      <a:r>
                        <a:rPr lang="en"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r = 0.12</a:t>
                      </a:r>
                    </a:p>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고지방</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저지방 유제품</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a:t>
                      </a:r>
                      <a:r>
                        <a:rPr lang="en"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r = -0.08</a:t>
                      </a:r>
                      <a:endPar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a:txBody>
                  <a:tcPr anchor="ctr">
                    <a:lnL w="6350" cap="flat" cmpd="sng" algn="ctr">
                      <a:solidFill>
                        <a:schemeClr val="tx1">
                          <a:lumMod val="50000"/>
                          <a:lumOff val="50000"/>
                        </a:schemeClr>
                      </a:solidFill>
                      <a:prstDash val="solid"/>
                      <a:round/>
                      <a:headEnd type="none" w="med" len="med"/>
                      <a:tailEnd type="none" w="med" len="med"/>
                    </a:lnL>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39706279"/>
                  </a:ext>
                </a:extLst>
              </a:tr>
              <a:tr h="82440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200" b="1" dirty="0">
                          <a:latin typeface="Pretendard" panose="02000503000000020004" pitchFamily="2" charset="-127"/>
                          <a:ea typeface="Pretendard" panose="02000503000000020004" pitchFamily="2" charset="-127"/>
                          <a:cs typeface="Pretendard" panose="02000503000000020004" pitchFamily="2" charset="-127"/>
                        </a:rPr>
                        <a:t>Fat/Oil</a:t>
                      </a:r>
                      <a:endParaRPr lang="ko-KR" altLang="en-US"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a:txBody>
                  <a:tcPr anchor="ctr">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Red meat</a:t>
                      </a:r>
                      <a:endParaRPr lang="ko-KR" altLang="en-US" sz="1200" b="1"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solidFill>
                      <a:schemeClr val="bg1"/>
                    </a:solid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1200" kern="1200" dirty="0" err="1">
                          <a:solidFill>
                            <a:schemeClr val="tx1"/>
                          </a:solidFill>
                          <a:latin typeface="Pretendard" panose="02000503000000020004" pitchFamily="2" charset="-127"/>
                          <a:ea typeface="Pretendard" panose="02000503000000020004" pitchFamily="2" charset="-127"/>
                          <a:cs typeface="Pretendard" panose="02000503000000020004" pitchFamily="2" charset="-127"/>
                        </a:rPr>
                        <a:t>적색육</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버터</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a:t>
                      </a:r>
                      <a:r>
                        <a:rPr lang="en"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r = 0.16</a:t>
                      </a:r>
                    </a:p>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1200" kern="1200" dirty="0" err="1">
                          <a:solidFill>
                            <a:schemeClr val="tx1"/>
                          </a:solidFill>
                          <a:latin typeface="Pretendard" panose="02000503000000020004" pitchFamily="2" charset="-127"/>
                          <a:ea typeface="Pretendard" panose="02000503000000020004" pitchFamily="2" charset="-127"/>
                          <a:cs typeface="Pretendard" panose="02000503000000020004" pitchFamily="2" charset="-127"/>
                        </a:rPr>
                        <a:t>적색육</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생선</a:t>
                      </a:r>
                      <a:r>
                        <a:rPr lang="en-US"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a:t>
                      </a:r>
                      <a:r>
                        <a:rPr lang="en" altLang="ko-KR" sz="1200" kern="1200"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r = 0.12</a:t>
                      </a:r>
                    </a:p>
                  </a:txBody>
                  <a:tcPr anchor="ctr">
                    <a:lnL w="6350" cap="flat" cmpd="sng" algn="ctr">
                      <a:solidFill>
                        <a:schemeClr val="tx1">
                          <a:lumMod val="50000"/>
                          <a:lumOff val="50000"/>
                        </a:schemeClr>
                      </a:solidFill>
                      <a:prstDash val="solid"/>
                      <a:round/>
                      <a:headEnd type="none" w="med" len="med"/>
                      <a:tailEnd type="none" w="med" len="med"/>
                    </a:lnL>
                    <a:lnT w="12700" cap="flat" cmpd="sng" algn="ctr">
                      <a:solidFill>
                        <a:schemeClr val="tx1">
                          <a:lumMod val="50000"/>
                          <a:lumOff val="50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1028362809"/>
                  </a:ext>
                </a:extLst>
              </a:tr>
            </a:tbl>
          </a:graphicData>
        </a:graphic>
      </p:graphicFrame>
      <p:pic>
        <p:nvPicPr>
          <p:cNvPr id="2050" name="Picture 2" descr="figure 2">
            <a:extLst>
              <a:ext uri="{FF2B5EF4-FFF2-40B4-BE49-F238E27FC236}">
                <a16:creationId xmlns:a16="http://schemas.microsoft.com/office/drawing/2014/main" id="{61C22CB1-5FB9-319A-1DC3-C3ADD11635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625" y="1724339"/>
            <a:ext cx="4642660" cy="4262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4907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BD5A6-A5AB-2265-9366-3588F546A597}"/>
            </a:ext>
          </a:extLst>
        </p:cNvPr>
        <p:cNvGrpSpPr/>
        <p:nvPr/>
      </p:nvGrpSpPr>
      <p:grpSpPr>
        <a:xfrm>
          <a:off x="0" y="0"/>
          <a:ext cx="0" cy="0"/>
          <a:chOff x="0" y="0"/>
          <a:chExt cx="0" cy="0"/>
        </a:xfrm>
      </p:grpSpPr>
      <p:cxnSp>
        <p:nvCxnSpPr>
          <p:cNvPr id="36" name="직선 연결선 35">
            <a:extLst>
              <a:ext uri="{FF2B5EF4-FFF2-40B4-BE49-F238E27FC236}">
                <a16:creationId xmlns:a16="http://schemas.microsoft.com/office/drawing/2014/main" id="{5FB9964C-B05C-CED2-202A-E8EAF623ECA8}"/>
              </a:ext>
            </a:extLst>
          </p:cNvPr>
          <p:cNvCxnSpPr>
            <a:cxnSpLocks/>
          </p:cNvCxnSpPr>
          <p:nvPr/>
        </p:nvCxnSpPr>
        <p:spPr>
          <a:xfrm>
            <a:off x="203625" y="625569"/>
            <a:ext cx="11410443" cy="0"/>
          </a:xfrm>
          <a:prstGeom prst="line">
            <a:avLst/>
          </a:prstGeom>
          <a:ln w="38100">
            <a:gradFill flip="none" rotWithShape="1">
              <a:gsLst>
                <a:gs pos="0">
                  <a:schemeClr val="accent1">
                    <a:lumMod val="5000"/>
                    <a:lumOff val="95000"/>
                  </a:schemeClr>
                </a:gs>
                <a:gs pos="100000">
                  <a:srgbClr val="203864"/>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3" name="슬라이드 번호 개체 틀 4">
            <a:extLst>
              <a:ext uri="{FF2B5EF4-FFF2-40B4-BE49-F238E27FC236}">
                <a16:creationId xmlns:a16="http://schemas.microsoft.com/office/drawing/2014/main" id="{0186C845-2B1B-03EC-43FC-0EF5753C8809}"/>
              </a:ext>
            </a:extLst>
          </p:cNvPr>
          <p:cNvSpPr>
            <a:spLocks noGrp="1"/>
          </p:cNvSpPr>
          <p:nvPr>
            <p:ph type="sldNum" sz="quarter" idx="12"/>
          </p:nvPr>
        </p:nvSpPr>
        <p:spPr>
          <a:xfrm>
            <a:off x="11582312" y="6432300"/>
            <a:ext cx="458632" cy="365121"/>
          </a:xfrm>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103960E3-3A3F-4900-8A03-B82E8F2AAFCC}" type="slidenum">
              <a:rPr kumimoji="0" lang="ko-KR" altLang="en-US" sz="1200" b="0" i="0" u="none" strike="noStrike" kern="1200" cap="none" spc="0" normalizeH="0" baseline="0" noProof="0" smtClean="0">
                <a:ln>
                  <a:noFill/>
                </a:ln>
                <a:solidFill>
                  <a:prstClr val="black">
                    <a:tint val="75000"/>
                  </a:prstClr>
                </a:solidFill>
                <a:effectLst/>
                <a:uLnTx/>
                <a:uFillTx/>
                <a:latin typeface="맑은 고딕" panose="020F050202020403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8</a:t>
            </a:fld>
            <a:endParaRPr kumimoji="0" lang="ko-KR" altLang="en-US" sz="1200" b="0" i="0" u="none" strike="noStrike" kern="1200" cap="none" spc="0" normalizeH="0" baseline="0" noProof="0">
              <a:ln>
                <a:noFill/>
              </a:ln>
              <a:solidFill>
                <a:prstClr val="black">
                  <a:tint val="75000"/>
                </a:prstClr>
              </a:solidFill>
              <a:effectLst/>
              <a:uLnTx/>
              <a:uFillTx/>
              <a:latin typeface="맑은 고딕" panose="020F0502020204030204"/>
              <a:ea typeface="맑은 고딕" panose="020B0503020000020004" pitchFamily="50" charset="-127"/>
              <a:cs typeface="+mn-cs"/>
            </a:endParaRPr>
          </a:p>
        </p:txBody>
      </p:sp>
      <p:sp>
        <p:nvSpPr>
          <p:cNvPr id="2" name="TextBox 1">
            <a:extLst>
              <a:ext uri="{FF2B5EF4-FFF2-40B4-BE49-F238E27FC236}">
                <a16:creationId xmlns:a16="http://schemas.microsoft.com/office/drawing/2014/main" id="{19CC6FF3-01B7-8270-2E92-37DA54FDDEB4}"/>
              </a:ext>
            </a:extLst>
          </p:cNvPr>
          <p:cNvSpPr txBox="1"/>
          <p:nvPr/>
        </p:nvSpPr>
        <p:spPr>
          <a:xfrm>
            <a:off x="203625" y="117629"/>
            <a:ext cx="11837319" cy="461665"/>
          </a:xfrm>
          <a:prstGeom prst="rect">
            <a:avLst/>
          </a:prstGeom>
          <a:noFill/>
        </p:spPr>
        <p:txBody>
          <a:bodyPr wrap="square">
            <a:spAutoFit/>
          </a:bodyPr>
          <a:lstStyle/>
          <a:p>
            <a:pPr defTabSz="180952">
              <a:defRPr/>
            </a:pPr>
            <a:r>
              <a:rPr lang="en-US" altLang="ko-KR" sz="2400" b="1" dirty="0">
                <a:ln w="9525">
                  <a:solidFill>
                    <a:srgbClr val="4F81BD">
                      <a:shade val="50000"/>
                      <a:alpha val="0"/>
                    </a:srgbClr>
                  </a:solidFill>
                </a:ln>
                <a:solidFill>
                  <a:schemeClr val="tx1">
                    <a:lumMod val="50000"/>
                    <a:lumOff val="50000"/>
                  </a:schemeClr>
                </a:solidFill>
                <a:latin typeface="Pretendard Black" panose="02000503000000020004" pitchFamily="2" charset="-127"/>
                <a:ea typeface="Pretendard Black" panose="02000503000000020004" pitchFamily="2" charset="-127"/>
                <a:cs typeface="Pretendard Black" panose="02000503000000020004" pitchFamily="2" charset="-127"/>
              </a:rPr>
              <a:t>03</a:t>
            </a:r>
            <a:r>
              <a:rPr lang="en-US" altLang="ko-KR" sz="2400" b="1" dirty="0">
                <a:ln w="9525">
                  <a:solidFill>
                    <a:srgbClr val="4F81BD">
                      <a:shade val="50000"/>
                      <a:alpha val="0"/>
                    </a:srgbClr>
                  </a:solidFill>
                </a:ln>
                <a:latin typeface="Pretendard Black" panose="02000503000000020004" pitchFamily="2" charset="-127"/>
                <a:ea typeface="Pretendard Black" panose="02000503000000020004" pitchFamily="2" charset="-127"/>
                <a:cs typeface="Pretendard Black" panose="02000503000000020004" pitchFamily="2" charset="-127"/>
              </a:rPr>
              <a:t> </a:t>
            </a:r>
            <a:r>
              <a:rPr lang="en-US" altLang="ko-KR" sz="2400" b="1" dirty="0">
                <a:ln w="9525">
                  <a:solidFill>
                    <a:srgbClr val="4F81BD">
                      <a:shade val="50000"/>
                      <a:alpha val="0"/>
                    </a:srgbClr>
                  </a:solidFill>
                </a:ln>
                <a:solidFill>
                  <a:srgbClr val="203864"/>
                </a:solidFill>
                <a:latin typeface="Pretendard Black" panose="02000503000000020004" pitchFamily="2" charset="-127"/>
                <a:ea typeface="Pretendard Black" panose="02000503000000020004" pitchFamily="2" charset="-127"/>
                <a:cs typeface="Pretendard Black" panose="02000503000000020004" pitchFamily="2" charset="-127"/>
              </a:rPr>
              <a:t>Results</a:t>
            </a:r>
          </a:p>
        </p:txBody>
      </p:sp>
      <p:sp>
        <p:nvSpPr>
          <p:cNvPr id="6" name="내용 개체 틀 1">
            <a:extLst>
              <a:ext uri="{FF2B5EF4-FFF2-40B4-BE49-F238E27FC236}">
                <a16:creationId xmlns:a16="http://schemas.microsoft.com/office/drawing/2014/main" id="{340270F3-3C3C-4702-8F6D-44AE003882CD}"/>
              </a:ext>
            </a:extLst>
          </p:cNvPr>
          <p:cNvSpPr txBox="1">
            <a:spLocks/>
          </p:cNvSpPr>
          <p:nvPr/>
        </p:nvSpPr>
        <p:spPr>
          <a:xfrm>
            <a:off x="105508" y="765301"/>
            <a:ext cx="11966330" cy="5975055"/>
          </a:xfrm>
          <a:prstGeom prst="rect">
            <a:avLst/>
          </a:prstGeom>
        </p:spPr>
        <p:txBody>
          <a:bodyP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ko-KR" altLang="en-US" sz="1600" b="1" dirty="0">
                <a:latin typeface="Pretendard" panose="02000503000000020004" pitchFamily="2" charset="-127"/>
                <a:ea typeface="Pretendard" panose="02000503000000020004" pitchFamily="2" charset="-127"/>
                <a:cs typeface="Pretendard" panose="02000503000000020004" pitchFamily="2" charset="-127"/>
              </a:rPr>
              <a:t>식이 네트워크 상세 분석</a:t>
            </a:r>
          </a:p>
        </p:txBody>
      </p:sp>
      <p:pic>
        <p:nvPicPr>
          <p:cNvPr id="4" name="그림 3">
            <a:extLst>
              <a:ext uri="{FF2B5EF4-FFF2-40B4-BE49-F238E27FC236}">
                <a16:creationId xmlns:a16="http://schemas.microsoft.com/office/drawing/2014/main" id="{0A5618E4-4CDD-520E-BC78-CABD8387C23C}"/>
              </a:ext>
            </a:extLst>
          </p:cNvPr>
          <p:cNvPicPr>
            <a:picLocks noChangeAspect="1"/>
          </p:cNvPicPr>
          <p:nvPr/>
        </p:nvPicPr>
        <p:blipFill>
          <a:blip r:embed="rId3"/>
          <a:stretch>
            <a:fillRect/>
          </a:stretch>
        </p:blipFill>
        <p:spPr>
          <a:xfrm rot="5400000">
            <a:off x="4256471" y="-1620018"/>
            <a:ext cx="3679058" cy="9614262"/>
          </a:xfrm>
          <a:prstGeom prst="rect">
            <a:avLst/>
          </a:prstGeom>
        </p:spPr>
      </p:pic>
      <p:sp>
        <p:nvSpPr>
          <p:cNvPr id="7" name="TextBox 6">
            <a:extLst>
              <a:ext uri="{FF2B5EF4-FFF2-40B4-BE49-F238E27FC236}">
                <a16:creationId xmlns:a16="http://schemas.microsoft.com/office/drawing/2014/main" id="{7C6511C1-6953-60D7-61AE-F8F186779F45}"/>
              </a:ext>
            </a:extLst>
          </p:cNvPr>
          <p:cNvSpPr txBox="1"/>
          <p:nvPr/>
        </p:nvSpPr>
        <p:spPr>
          <a:xfrm>
            <a:off x="1288868" y="5283335"/>
            <a:ext cx="4181779" cy="600164"/>
          </a:xfrm>
          <a:prstGeom prst="rect">
            <a:avLst/>
          </a:prstGeom>
          <a:noFill/>
        </p:spPr>
        <p:txBody>
          <a:bodyPr wrap="square">
            <a:spAutoFit/>
          </a:bodyPr>
          <a:lstStyle/>
          <a:p>
            <a:pPr marL="228600" indent="-228600">
              <a:buFont typeface="+mj-lt"/>
              <a:buAutoNum type="arabicPeriod"/>
            </a:pPr>
            <a:r>
              <a:rPr lang="en-US" altLang="ko-KR" sz="1100" b="1" dirty="0">
                <a:latin typeface="Pretendard" panose="02000503000000020004" pitchFamily="2" charset="-127"/>
                <a:ea typeface="Pretendard" panose="02000503000000020004" pitchFamily="2" charset="-127"/>
                <a:cs typeface="Pretendard" panose="02000503000000020004" pitchFamily="2" charset="-127"/>
              </a:rPr>
              <a:t>Vegetable Network (1</a:t>
            </a:r>
            <a:r>
              <a:rPr lang="ko-KR" altLang="en-US" sz="1100" b="1" dirty="0">
                <a:latin typeface="Pretendard" panose="02000503000000020004" pitchFamily="2" charset="-127"/>
                <a:ea typeface="Pretendard" panose="02000503000000020004" pitchFamily="2" charset="-127"/>
                <a:cs typeface="Pretendard" panose="02000503000000020004" pitchFamily="2" charset="-127"/>
              </a:rPr>
              <a:t>분위 </a:t>
            </a:r>
            <a:r>
              <a:rPr lang="en-US" altLang="ko-KR" sz="1100" b="1" dirty="0">
                <a:latin typeface="Pretendard" panose="02000503000000020004" pitchFamily="2" charset="-127"/>
                <a:ea typeface="Pretendard" panose="02000503000000020004" pitchFamily="2" charset="-127"/>
                <a:cs typeface="Pretendard" panose="02000503000000020004" pitchFamily="2" charset="-127"/>
              </a:rPr>
              <a:t>vs 3</a:t>
            </a:r>
            <a:r>
              <a:rPr lang="ko-KR" altLang="en-US" sz="1100" b="1" dirty="0">
                <a:latin typeface="Pretendard" panose="02000503000000020004" pitchFamily="2" charset="-127"/>
                <a:ea typeface="Pretendard" panose="02000503000000020004" pitchFamily="2" charset="-127"/>
                <a:cs typeface="Pretendard" panose="02000503000000020004" pitchFamily="2" charset="-127"/>
              </a:rPr>
              <a:t>분위</a:t>
            </a:r>
            <a:r>
              <a:rPr lang="en-US" altLang="ko-KR" sz="1100" b="1" dirty="0">
                <a:latin typeface="Pretendard" panose="02000503000000020004" pitchFamily="2" charset="-127"/>
                <a:ea typeface="Pretendard" panose="02000503000000020004" pitchFamily="2" charset="-127"/>
                <a:cs typeface="Pretendard" panose="02000503000000020004" pitchFamily="2" charset="-127"/>
              </a:rPr>
              <a:t>)</a:t>
            </a:r>
          </a:p>
          <a:p>
            <a:pPr marL="685800" lvl="1" indent="-228600">
              <a:buFont typeface="Arial" panose="020B0604020202020204" pitchFamily="34" charset="0"/>
              <a:buChar char="•"/>
            </a:pPr>
            <a:r>
              <a:rPr lang="en-US" altLang="ko-KR" sz="1100" dirty="0">
                <a:latin typeface="Pretendard" panose="02000503000000020004" pitchFamily="2" charset="-127"/>
                <a:ea typeface="Pretendard" panose="02000503000000020004" pitchFamily="2" charset="-127"/>
                <a:cs typeface="Pretendard" panose="02000503000000020004" pitchFamily="2" charset="-127"/>
              </a:rPr>
              <a:t>TC: 2</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분위 그룹이 </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1</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분위 그룹보다 더 낮음</a:t>
            </a:r>
            <a:endParaRPr lang="en-US" altLang="ko-KR" sz="1100" dirty="0">
              <a:latin typeface="Pretendard" panose="02000503000000020004" pitchFamily="2" charset="-127"/>
              <a:ea typeface="Pretendard" panose="02000503000000020004" pitchFamily="2" charset="-127"/>
              <a:cs typeface="Pretendard" panose="02000503000000020004" pitchFamily="2" charset="-127"/>
            </a:endParaRPr>
          </a:p>
          <a:p>
            <a:pPr marL="685800" lvl="1" indent="-228600">
              <a:buFont typeface="Arial" panose="020B0604020202020204" pitchFamily="34" charset="0"/>
              <a:buChar char="•"/>
            </a:pPr>
            <a:r>
              <a:rPr lang="en-US" altLang="ko-KR" sz="1100" dirty="0">
                <a:latin typeface="Pretendard" panose="02000503000000020004" pitchFamily="2" charset="-127"/>
                <a:ea typeface="Pretendard" panose="02000503000000020004" pitchFamily="2" charset="-127"/>
                <a:cs typeface="Pretendard" panose="02000503000000020004" pitchFamily="2" charset="-127"/>
              </a:rPr>
              <a:t>HDL: 3</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분위 그룹이 </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1</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분위 그룹보다 더 높음</a:t>
            </a:r>
            <a:endParaRPr lang="en-US" altLang="ko-KR" sz="1100"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9" name="TextBox 8">
            <a:extLst>
              <a:ext uri="{FF2B5EF4-FFF2-40B4-BE49-F238E27FC236}">
                <a16:creationId xmlns:a16="http://schemas.microsoft.com/office/drawing/2014/main" id="{B60706D7-F1AF-5392-5ECD-12316CBBF794}"/>
              </a:ext>
            </a:extLst>
          </p:cNvPr>
          <p:cNvSpPr txBox="1"/>
          <p:nvPr/>
        </p:nvSpPr>
        <p:spPr>
          <a:xfrm>
            <a:off x="3654078" y="6092699"/>
            <a:ext cx="4883845" cy="600164"/>
          </a:xfrm>
          <a:prstGeom prst="rect">
            <a:avLst/>
          </a:prstGeom>
          <a:noFill/>
        </p:spPr>
        <p:txBody>
          <a:bodyPr wrap="square">
            <a:spAutoFit/>
          </a:bodyPr>
          <a:lstStyle/>
          <a:p>
            <a:pPr algn="ctr"/>
            <a:r>
              <a:rPr lang="en" altLang="ko-KR" sz="1100" b="1" dirty="0">
                <a:latin typeface="Pretendard" panose="02000503000000020004" pitchFamily="2" charset="-127"/>
                <a:ea typeface="Pretendard" panose="02000503000000020004" pitchFamily="2" charset="-127"/>
                <a:cs typeface="Pretendard" panose="02000503000000020004" pitchFamily="2" charset="-127"/>
              </a:rPr>
              <a:t>The multinomial logistic regression models </a:t>
            </a:r>
            <a:br>
              <a:rPr lang="en" altLang="ko-KR" sz="1100" b="1" dirty="0">
                <a:latin typeface="Pretendard" panose="02000503000000020004" pitchFamily="2" charset="-127"/>
                <a:ea typeface="Pretendard" panose="02000503000000020004" pitchFamily="2" charset="-127"/>
                <a:cs typeface="Pretendard" panose="02000503000000020004" pitchFamily="2" charset="-127"/>
              </a:rPr>
            </a:br>
            <a:r>
              <a:rPr lang="en-US" altLang="ko-KR" sz="1100" b="1"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a:t>
            </a:r>
            <a:r>
              <a:rPr lang="ko-KR" altLang="en-US" sz="1100" b="1"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 </a:t>
            </a:r>
            <a:r>
              <a:rPr lang="en-US" altLang="ko-KR" sz="1100" b="1"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no </a:t>
            </a:r>
            <a:r>
              <a:rPr lang="en" altLang="ko-KR" sz="1100" b="1" dirty="0">
                <a:latin typeface="Pretendard" panose="02000503000000020004" pitchFamily="2" charset="-127"/>
                <a:ea typeface="Pretendard" panose="02000503000000020004" pitchFamily="2" charset="-127"/>
                <a:cs typeface="Pretendard" panose="02000503000000020004" pitchFamily="2" charset="-127"/>
              </a:rPr>
              <a:t>significant associations for the biochemical variables </a:t>
            </a:r>
            <a:br>
              <a:rPr lang="en" altLang="ko-KR" sz="1100" b="1" dirty="0">
                <a:latin typeface="Pretendard" panose="02000503000000020004" pitchFamily="2" charset="-127"/>
                <a:ea typeface="Pretendard" panose="02000503000000020004" pitchFamily="2" charset="-127"/>
                <a:cs typeface="Pretendard" panose="02000503000000020004" pitchFamily="2" charset="-127"/>
              </a:rPr>
            </a:br>
            <a:r>
              <a:rPr lang="en" altLang="ko-KR" sz="1100" b="1" dirty="0">
                <a:latin typeface="Pretendard" panose="02000503000000020004" pitchFamily="2" charset="-127"/>
                <a:ea typeface="Pretendard" panose="02000503000000020004" pitchFamily="2" charset="-127"/>
                <a:cs typeface="Pretendard" panose="02000503000000020004" pitchFamily="2" charset="-127"/>
              </a:rPr>
              <a:t>in the snacks, fruit, fish/ dairy, and fat/oil networks</a:t>
            </a:r>
            <a:endParaRPr lang="en-US" altLang="ko-KR" sz="1100" b="1"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12" name="TextBox 11">
            <a:extLst>
              <a:ext uri="{FF2B5EF4-FFF2-40B4-BE49-F238E27FC236}">
                <a16:creationId xmlns:a16="http://schemas.microsoft.com/office/drawing/2014/main" id="{FD5F8F30-CA0B-4649-D8EE-D96C7CFC4068}"/>
              </a:ext>
            </a:extLst>
          </p:cNvPr>
          <p:cNvSpPr txBox="1"/>
          <p:nvPr/>
        </p:nvSpPr>
        <p:spPr>
          <a:xfrm>
            <a:off x="6376338" y="5283335"/>
            <a:ext cx="4526794" cy="600164"/>
          </a:xfrm>
          <a:prstGeom prst="rect">
            <a:avLst/>
          </a:prstGeom>
          <a:noFill/>
        </p:spPr>
        <p:txBody>
          <a:bodyPr wrap="square">
            <a:spAutoFit/>
          </a:bodyPr>
          <a:lstStyle/>
          <a:p>
            <a:pPr marL="228600" indent="-228600">
              <a:buFont typeface="+mj-lt"/>
              <a:buAutoNum type="arabicPeriod" startAt="2"/>
            </a:pPr>
            <a:r>
              <a:rPr lang="en-US" altLang="ko-KR" sz="1100" b="1" dirty="0">
                <a:latin typeface="Pretendard" panose="02000503000000020004" pitchFamily="2" charset="-127"/>
                <a:ea typeface="Pretendard" panose="02000503000000020004" pitchFamily="2" charset="-127"/>
                <a:cs typeface="Pretendard" panose="02000503000000020004" pitchFamily="2" charset="-127"/>
              </a:rPr>
              <a:t>Grain Network</a:t>
            </a:r>
            <a:r>
              <a:rPr lang="ko-KR" altLang="en-US" sz="1100" b="1" dirty="0">
                <a:latin typeface="Pretendard" panose="02000503000000020004" pitchFamily="2" charset="-127"/>
                <a:ea typeface="Pretendard" panose="02000503000000020004" pitchFamily="2" charset="-127"/>
                <a:cs typeface="Pretendard" panose="02000503000000020004" pitchFamily="2" charset="-127"/>
              </a:rPr>
              <a:t> </a:t>
            </a:r>
            <a:r>
              <a:rPr lang="en-US" altLang="ko-KR" sz="1100" b="1" dirty="0">
                <a:latin typeface="Pretendard" panose="02000503000000020004" pitchFamily="2" charset="-127"/>
                <a:ea typeface="Pretendard" panose="02000503000000020004" pitchFamily="2" charset="-127"/>
                <a:cs typeface="Pretendard" panose="02000503000000020004" pitchFamily="2" charset="-127"/>
              </a:rPr>
              <a:t>(1</a:t>
            </a:r>
            <a:r>
              <a:rPr lang="ko-KR" altLang="en-US" sz="1100" b="1" dirty="0">
                <a:latin typeface="Pretendard" panose="02000503000000020004" pitchFamily="2" charset="-127"/>
                <a:ea typeface="Pretendard" panose="02000503000000020004" pitchFamily="2" charset="-127"/>
                <a:cs typeface="Pretendard" panose="02000503000000020004" pitchFamily="2" charset="-127"/>
              </a:rPr>
              <a:t>분위 </a:t>
            </a:r>
            <a:r>
              <a:rPr lang="en-US" altLang="ko-KR" sz="1100" b="1" dirty="0">
                <a:latin typeface="Pretendard" panose="02000503000000020004" pitchFamily="2" charset="-127"/>
                <a:ea typeface="Pretendard" panose="02000503000000020004" pitchFamily="2" charset="-127"/>
                <a:cs typeface="Pretendard" panose="02000503000000020004" pitchFamily="2" charset="-127"/>
              </a:rPr>
              <a:t>vs 3</a:t>
            </a:r>
            <a:r>
              <a:rPr lang="ko-KR" altLang="en-US" sz="1100" b="1" dirty="0">
                <a:latin typeface="Pretendard" panose="02000503000000020004" pitchFamily="2" charset="-127"/>
                <a:ea typeface="Pretendard" panose="02000503000000020004" pitchFamily="2" charset="-127"/>
                <a:cs typeface="Pretendard" panose="02000503000000020004" pitchFamily="2" charset="-127"/>
              </a:rPr>
              <a:t>분위</a:t>
            </a:r>
            <a:r>
              <a:rPr lang="en-US" altLang="ko-KR" sz="1100" b="1" dirty="0">
                <a:latin typeface="Pretendard" panose="02000503000000020004" pitchFamily="2" charset="-127"/>
                <a:ea typeface="Pretendard" panose="02000503000000020004" pitchFamily="2" charset="-127"/>
                <a:cs typeface="Pretendard" panose="02000503000000020004" pitchFamily="2" charset="-127"/>
              </a:rPr>
              <a:t>)</a:t>
            </a:r>
          </a:p>
          <a:p>
            <a:pPr marL="685800" lvl="1" indent="-228600">
              <a:buFont typeface="Arial" panose="020B0604020202020204" pitchFamily="34" charset="0"/>
              <a:buChar char="•"/>
            </a:pPr>
            <a:r>
              <a:rPr lang="en-US" altLang="ko-KR" sz="1100" dirty="0">
                <a:latin typeface="Pretendard" panose="02000503000000020004" pitchFamily="2" charset="-127"/>
                <a:ea typeface="Pretendard" panose="02000503000000020004" pitchFamily="2" charset="-127"/>
                <a:cs typeface="Pretendard" panose="02000503000000020004" pitchFamily="2" charset="-127"/>
              </a:rPr>
              <a:t>SBP / DBP: 3</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분위에서 더 낮음</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 / TG: 3</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분위에서 더 낮음</a:t>
            </a:r>
            <a:endParaRPr lang="en-US" altLang="ko-KR" sz="1100" dirty="0">
              <a:latin typeface="Pretendard" panose="02000503000000020004" pitchFamily="2" charset="-127"/>
              <a:ea typeface="Pretendard" panose="02000503000000020004" pitchFamily="2" charset="-127"/>
              <a:cs typeface="Pretendard" panose="02000503000000020004" pitchFamily="2" charset="-127"/>
            </a:endParaRPr>
          </a:p>
          <a:p>
            <a:pPr marL="685800" lvl="1" indent="-228600">
              <a:buFont typeface="Arial" panose="020B0604020202020204" pitchFamily="34" charset="0"/>
              <a:buChar char="•"/>
            </a:pPr>
            <a:r>
              <a:rPr lang="en-US" altLang="ko-KR" sz="1100" dirty="0">
                <a:latin typeface="Pretendard" panose="02000503000000020004" pitchFamily="2" charset="-127"/>
                <a:ea typeface="Pretendard" panose="02000503000000020004" pitchFamily="2" charset="-127"/>
                <a:cs typeface="Pretendard" panose="02000503000000020004" pitchFamily="2" charset="-127"/>
              </a:rPr>
              <a:t>HDL: 3</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분위에서 더 높음</a:t>
            </a:r>
            <a:r>
              <a:rPr lang="en-US" altLang="ko-KR" sz="1100" dirty="0">
                <a:latin typeface="Pretendard" panose="02000503000000020004" pitchFamily="2" charset="-127"/>
                <a:ea typeface="Pretendard" panose="02000503000000020004" pitchFamily="2" charset="-127"/>
                <a:cs typeface="Pretendard" panose="02000503000000020004" pitchFamily="2" charset="-127"/>
              </a:rPr>
              <a:t> / LDL: 3</a:t>
            </a:r>
            <a:r>
              <a:rPr lang="ko-KR" altLang="en-US" sz="1100" dirty="0">
                <a:latin typeface="Pretendard" panose="02000503000000020004" pitchFamily="2" charset="-127"/>
                <a:ea typeface="Pretendard" panose="02000503000000020004" pitchFamily="2" charset="-127"/>
                <a:cs typeface="Pretendard" panose="02000503000000020004" pitchFamily="2" charset="-127"/>
              </a:rPr>
              <a:t>분위에서 더 낮음</a:t>
            </a:r>
            <a:endParaRPr lang="en-US" altLang="ko-KR" sz="1100" dirty="0">
              <a:latin typeface="Pretendard" panose="02000503000000020004" pitchFamily="2" charset="-127"/>
              <a:ea typeface="Pretendard" panose="02000503000000020004" pitchFamily="2" charset="-127"/>
              <a:cs typeface="Pretendard" panose="02000503000000020004" pitchFamily="2" charset="-127"/>
            </a:endParaRPr>
          </a:p>
        </p:txBody>
      </p:sp>
    </p:spTree>
    <p:extLst>
      <p:ext uri="{BB962C8B-B14F-4D97-AF65-F5344CB8AC3E}">
        <p14:creationId xmlns:p14="http://schemas.microsoft.com/office/powerpoint/2010/main" val="3381414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588F9-87B0-BF33-5348-CA6CD2D8BE02}"/>
            </a:ext>
          </a:extLst>
        </p:cNvPr>
        <p:cNvGrpSpPr/>
        <p:nvPr/>
      </p:nvGrpSpPr>
      <p:grpSpPr>
        <a:xfrm>
          <a:off x="0" y="0"/>
          <a:ext cx="0" cy="0"/>
          <a:chOff x="0" y="0"/>
          <a:chExt cx="0" cy="0"/>
        </a:xfrm>
      </p:grpSpPr>
      <p:cxnSp>
        <p:nvCxnSpPr>
          <p:cNvPr id="36" name="직선 연결선 35">
            <a:extLst>
              <a:ext uri="{FF2B5EF4-FFF2-40B4-BE49-F238E27FC236}">
                <a16:creationId xmlns:a16="http://schemas.microsoft.com/office/drawing/2014/main" id="{938C1F88-18F6-BB09-9ABB-F3C6CD5B4FB3}"/>
              </a:ext>
            </a:extLst>
          </p:cNvPr>
          <p:cNvCxnSpPr>
            <a:cxnSpLocks/>
          </p:cNvCxnSpPr>
          <p:nvPr/>
        </p:nvCxnSpPr>
        <p:spPr>
          <a:xfrm>
            <a:off x="203625" y="625569"/>
            <a:ext cx="11410443" cy="0"/>
          </a:xfrm>
          <a:prstGeom prst="line">
            <a:avLst/>
          </a:prstGeom>
          <a:ln w="38100">
            <a:gradFill flip="none" rotWithShape="1">
              <a:gsLst>
                <a:gs pos="0">
                  <a:schemeClr val="accent1">
                    <a:lumMod val="5000"/>
                    <a:lumOff val="95000"/>
                  </a:schemeClr>
                </a:gs>
                <a:gs pos="100000">
                  <a:srgbClr val="203864"/>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3" name="슬라이드 번호 개체 틀 4">
            <a:extLst>
              <a:ext uri="{FF2B5EF4-FFF2-40B4-BE49-F238E27FC236}">
                <a16:creationId xmlns:a16="http://schemas.microsoft.com/office/drawing/2014/main" id="{B6796169-9FA4-1C1C-F255-E3AC771BA55E}"/>
              </a:ext>
            </a:extLst>
          </p:cNvPr>
          <p:cNvSpPr>
            <a:spLocks noGrp="1"/>
          </p:cNvSpPr>
          <p:nvPr>
            <p:ph type="sldNum" sz="quarter" idx="12"/>
          </p:nvPr>
        </p:nvSpPr>
        <p:spPr>
          <a:xfrm>
            <a:off x="11582312" y="6432300"/>
            <a:ext cx="458632" cy="365121"/>
          </a:xfrm>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103960E3-3A3F-4900-8A03-B82E8F2AAFCC}" type="slidenum">
              <a:rPr kumimoji="0" lang="ko-KR" altLang="en-US" sz="1200" b="0" i="0" u="none" strike="noStrike" kern="1200" cap="none" spc="0" normalizeH="0" baseline="0" noProof="0" smtClean="0">
                <a:ln>
                  <a:noFill/>
                </a:ln>
                <a:solidFill>
                  <a:prstClr val="black">
                    <a:tint val="75000"/>
                  </a:prstClr>
                </a:solidFill>
                <a:effectLst/>
                <a:uLnTx/>
                <a:uFillTx/>
                <a:latin typeface="맑은 고딕" panose="020F050202020403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9</a:t>
            </a:fld>
            <a:endParaRPr kumimoji="0" lang="ko-KR" altLang="en-US" sz="1200" b="0" i="0" u="none" strike="noStrike" kern="1200" cap="none" spc="0" normalizeH="0" baseline="0" noProof="0">
              <a:ln>
                <a:noFill/>
              </a:ln>
              <a:solidFill>
                <a:prstClr val="black">
                  <a:tint val="75000"/>
                </a:prstClr>
              </a:solidFill>
              <a:effectLst/>
              <a:uLnTx/>
              <a:uFillTx/>
              <a:latin typeface="맑은 고딕" panose="020F0502020204030204"/>
              <a:ea typeface="맑은 고딕" panose="020B0503020000020004" pitchFamily="50" charset="-127"/>
              <a:cs typeface="+mn-cs"/>
            </a:endParaRPr>
          </a:p>
        </p:txBody>
      </p:sp>
      <p:sp>
        <p:nvSpPr>
          <p:cNvPr id="2" name="TextBox 1">
            <a:extLst>
              <a:ext uri="{FF2B5EF4-FFF2-40B4-BE49-F238E27FC236}">
                <a16:creationId xmlns:a16="http://schemas.microsoft.com/office/drawing/2014/main" id="{040DB865-64D2-CBCF-F582-B7FF191F22A4}"/>
              </a:ext>
            </a:extLst>
          </p:cNvPr>
          <p:cNvSpPr txBox="1"/>
          <p:nvPr/>
        </p:nvSpPr>
        <p:spPr>
          <a:xfrm>
            <a:off x="203625" y="117629"/>
            <a:ext cx="11837319" cy="461665"/>
          </a:xfrm>
          <a:prstGeom prst="rect">
            <a:avLst/>
          </a:prstGeom>
          <a:noFill/>
        </p:spPr>
        <p:txBody>
          <a:bodyPr wrap="square">
            <a:spAutoFit/>
          </a:bodyPr>
          <a:lstStyle/>
          <a:p>
            <a:pPr defTabSz="180952">
              <a:defRPr/>
            </a:pPr>
            <a:r>
              <a:rPr lang="en-US" altLang="ko-KR" sz="2400" b="1" dirty="0">
                <a:ln w="9525">
                  <a:solidFill>
                    <a:srgbClr val="4F81BD">
                      <a:shade val="50000"/>
                      <a:alpha val="0"/>
                    </a:srgbClr>
                  </a:solidFill>
                </a:ln>
                <a:solidFill>
                  <a:schemeClr val="tx1">
                    <a:lumMod val="50000"/>
                    <a:lumOff val="50000"/>
                  </a:schemeClr>
                </a:solidFill>
                <a:latin typeface="Pretendard Black" panose="02000503000000020004" pitchFamily="2" charset="-127"/>
                <a:ea typeface="Pretendard Black" panose="02000503000000020004" pitchFamily="2" charset="-127"/>
                <a:cs typeface="Pretendard Black" panose="02000503000000020004" pitchFamily="2" charset="-127"/>
              </a:rPr>
              <a:t>03</a:t>
            </a:r>
            <a:r>
              <a:rPr lang="en-US" altLang="ko-KR" sz="2400" b="1" dirty="0">
                <a:ln w="9525">
                  <a:solidFill>
                    <a:srgbClr val="4F81BD">
                      <a:shade val="50000"/>
                      <a:alpha val="0"/>
                    </a:srgbClr>
                  </a:solidFill>
                </a:ln>
                <a:latin typeface="Pretendard Black" panose="02000503000000020004" pitchFamily="2" charset="-127"/>
                <a:ea typeface="Pretendard Black" panose="02000503000000020004" pitchFamily="2" charset="-127"/>
                <a:cs typeface="Pretendard Black" panose="02000503000000020004" pitchFamily="2" charset="-127"/>
              </a:rPr>
              <a:t> </a:t>
            </a:r>
            <a:r>
              <a:rPr lang="en-US" altLang="ko-KR" sz="2400" b="1" dirty="0">
                <a:ln w="9525">
                  <a:solidFill>
                    <a:srgbClr val="4F81BD">
                      <a:shade val="50000"/>
                      <a:alpha val="0"/>
                    </a:srgbClr>
                  </a:solidFill>
                </a:ln>
                <a:solidFill>
                  <a:srgbClr val="203864"/>
                </a:solidFill>
                <a:latin typeface="Pretendard Black" panose="02000503000000020004" pitchFamily="2" charset="-127"/>
                <a:ea typeface="Pretendard Black" panose="02000503000000020004" pitchFamily="2" charset="-127"/>
                <a:cs typeface="Pretendard Black" panose="02000503000000020004" pitchFamily="2" charset="-127"/>
              </a:rPr>
              <a:t>Results</a:t>
            </a:r>
          </a:p>
        </p:txBody>
      </p:sp>
      <p:sp>
        <p:nvSpPr>
          <p:cNvPr id="6" name="내용 개체 틀 1">
            <a:extLst>
              <a:ext uri="{FF2B5EF4-FFF2-40B4-BE49-F238E27FC236}">
                <a16:creationId xmlns:a16="http://schemas.microsoft.com/office/drawing/2014/main" id="{404A7D33-BC39-DFA4-6B46-FAF7DE185AC9}"/>
              </a:ext>
            </a:extLst>
          </p:cNvPr>
          <p:cNvSpPr txBox="1">
            <a:spLocks/>
          </p:cNvSpPr>
          <p:nvPr/>
        </p:nvSpPr>
        <p:spPr>
          <a:xfrm>
            <a:off x="105508" y="765301"/>
            <a:ext cx="11966330" cy="5975055"/>
          </a:xfrm>
          <a:prstGeom prst="rect">
            <a:avLst/>
          </a:prstGeom>
        </p:spPr>
        <p:txBody>
          <a:bodyP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ko-KR" altLang="en-US" sz="1600" b="1" dirty="0">
                <a:latin typeface="Pretendard" panose="02000503000000020004" pitchFamily="2" charset="-127"/>
                <a:ea typeface="Pretendard" panose="02000503000000020004" pitchFamily="2" charset="-127"/>
                <a:cs typeface="Pretendard" panose="02000503000000020004" pitchFamily="2" charset="-127"/>
              </a:rPr>
              <a:t>식이 네트워크 상세 분석</a:t>
            </a:r>
          </a:p>
        </p:txBody>
      </p:sp>
      <p:sp>
        <p:nvSpPr>
          <p:cNvPr id="9" name="TextBox 8">
            <a:extLst>
              <a:ext uri="{FF2B5EF4-FFF2-40B4-BE49-F238E27FC236}">
                <a16:creationId xmlns:a16="http://schemas.microsoft.com/office/drawing/2014/main" id="{31D2CBD7-ACAE-05B2-728A-89E4C6EA4BDD}"/>
              </a:ext>
            </a:extLst>
          </p:cNvPr>
          <p:cNvSpPr txBox="1"/>
          <p:nvPr/>
        </p:nvSpPr>
        <p:spPr>
          <a:xfrm>
            <a:off x="3466923" y="5651127"/>
            <a:ext cx="4883845" cy="600164"/>
          </a:xfrm>
          <a:prstGeom prst="rect">
            <a:avLst/>
          </a:prstGeom>
          <a:noFill/>
        </p:spPr>
        <p:txBody>
          <a:bodyPr wrap="square">
            <a:spAutoFit/>
          </a:bodyPr>
          <a:lstStyle/>
          <a:p>
            <a:pPr algn="ctr"/>
            <a:r>
              <a:rPr lang="en" altLang="ko-KR" sz="1100" b="1" dirty="0">
                <a:latin typeface="Pretendard" panose="02000503000000020004" pitchFamily="2" charset="-127"/>
                <a:ea typeface="Pretendard" panose="02000503000000020004" pitchFamily="2" charset="-127"/>
                <a:cs typeface="Pretendard" panose="02000503000000020004" pitchFamily="2" charset="-127"/>
              </a:rPr>
              <a:t>The multinomial logistic regression models </a:t>
            </a:r>
            <a:br>
              <a:rPr lang="en" altLang="ko-KR" sz="1100" b="1" dirty="0">
                <a:latin typeface="Pretendard" panose="02000503000000020004" pitchFamily="2" charset="-127"/>
                <a:ea typeface="Pretendard" panose="02000503000000020004" pitchFamily="2" charset="-127"/>
                <a:cs typeface="Pretendard" panose="02000503000000020004" pitchFamily="2" charset="-127"/>
              </a:rPr>
            </a:br>
            <a:r>
              <a:rPr lang="en-US" altLang="ko-KR" sz="1100" b="1"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a:t>
            </a:r>
            <a:r>
              <a:rPr lang="ko-KR" altLang="en-US" sz="1100" b="1"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 </a:t>
            </a:r>
            <a:r>
              <a:rPr lang="en-US" altLang="ko-KR" sz="1100" b="1"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no </a:t>
            </a:r>
            <a:r>
              <a:rPr lang="en" altLang="ko-KR" sz="1100" b="1" dirty="0">
                <a:latin typeface="Pretendard" panose="02000503000000020004" pitchFamily="2" charset="-127"/>
                <a:ea typeface="Pretendard" panose="02000503000000020004" pitchFamily="2" charset="-127"/>
                <a:cs typeface="Pretendard" panose="02000503000000020004" pitchFamily="2" charset="-127"/>
              </a:rPr>
              <a:t>significant associations for the biochemical variables </a:t>
            </a:r>
            <a:br>
              <a:rPr lang="en" altLang="ko-KR" sz="1100" b="1" dirty="0">
                <a:latin typeface="Pretendard" panose="02000503000000020004" pitchFamily="2" charset="-127"/>
                <a:ea typeface="Pretendard" panose="02000503000000020004" pitchFamily="2" charset="-127"/>
                <a:cs typeface="Pretendard" panose="02000503000000020004" pitchFamily="2" charset="-127"/>
              </a:rPr>
            </a:br>
            <a:r>
              <a:rPr lang="en" altLang="ko-KR" sz="1100" b="1" dirty="0">
                <a:latin typeface="Pretendard" panose="02000503000000020004" pitchFamily="2" charset="-127"/>
                <a:ea typeface="Pretendard" panose="02000503000000020004" pitchFamily="2" charset="-127"/>
                <a:cs typeface="Pretendard" panose="02000503000000020004" pitchFamily="2" charset="-127"/>
              </a:rPr>
              <a:t>in the snacks, fruit, fish/ dairy, and fat/oil networks</a:t>
            </a:r>
            <a:endParaRPr lang="en-US" altLang="ko-KR" sz="1100" b="1" dirty="0">
              <a:latin typeface="Pretendard" panose="02000503000000020004" pitchFamily="2" charset="-127"/>
              <a:ea typeface="Pretendard" panose="02000503000000020004" pitchFamily="2" charset="-127"/>
              <a:cs typeface="Pretendard" panose="02000503000000020004" pitchFamily="2" charset="-127"/>
            </a:endParaRPr>
          </a:p>
        </p:txBody>
      </p:sp>
      <p:pic>
        <p:nvPicPr>
          <p:cNvPr id="8" name="그림 7">
            <a:extLst>
              <a:ext uri="{FF2B5EF4-FFF2-40B4-BE49-F238E27FC236}">
                <a16:creationId xmlns:a16="http://schemas.microsoft.com/office/drawing/2014/main" id="{06C0A3B3-8C80-A0EF-84B7-6C8F79CE2715}"/>
              </a:ext>
            </a:extLst>
          </p:cNvPr>
          <p:cNvPicPr>
            <a:picLocks noChangeAspect="1"/>
          </p:cNvPicPr>
          <p:nvPr/>
        </p:nvPicPr>
        <p:blipFill>
          <a:blip r:embed="rId3"/>
          <a:stretch>
            <a:fillRect/>
          </a:stretch>
        </p:blipFill>
        <p:spPr>
          <a:xfrm rot="5400000">
            <a:off x="4086712" y="-1346670"/>
            <a:ext cx="4003923" cy="9409850"/>
          </a:xfrm>
          <a:prstGeom prst="rect">
            <a:avLst/>
          </a:prstGeom>
        </p:spPr>
      </p:pic>
    </p:spTree>
    <p:extLst>
      <p:ext uri="{BB962C8B-B14F-4D97-AF65-F5344CB8AC3E}">
        <p14:creationId xmlns:p14="http://schemas.microsoft.com/office/powerpoint/2010/main" val="2460113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F8E76-2E71-C14F-F256-9564061DED38}"/>
            </a:ext>
          </a:extLst>
        </p:cNvPr>
        <p:cNvGrpSpPr/>
        <p:nvPr/>
      </p:nvGrpSpPr>
      <p:grpSpPr>
        <a:xfrm>
          <a:off x="0" y="0"/>
          <a:ext cx="0" cy="0"/>
          <a:chOff x="0" y="0"/>
          <a:chExt cx="0" cy="0"/>
        </a:xfrm>
      </p:grpSpPr>
      <p:cxnSp>
        <p:nvCxnSpPr>
          <p:cNvPr id="36" name="직선 연결선 35">
            <a:extLst>
              <a:ext uri="{FF2B5EF4-FFF2-40B4-BE49-F238E27FC236}">
                <a16:creationId xmlns:a16="http://schemas.microsoft.com/office/drawing/2014/main" id="{81AC9E2B-BE45-4DF7-D364-D83EFF1CF70B}"/>
              </a:ext>
            </a:extLst>
          </p:cNvPr>
          <p:cNvCxnSpPr>
            <a:cxnSpLocks/>
          </p:cNvCxnSpPr>
          <p:nvPr/>
        </p:nvCxnSpPr>
        <p:spPr>
          <a:xfrm>
            <a:off x="203625" y="625569"/>
            <a:ext cx="11410443" cy="0"/>
          </a:xfrm>
          <a:prstGeom prst="line">
            <a:avLst/>
          </a:prstGeom>
          <a:ln w="38100">
            <a:gradFill flip="none" rotWithShape="1">
              <a:gsLst>
                <a:gs pos="0">
                  <a:schemeClr val="accent1">
                    <a:lumMod val="5000"/>
                    <a:lumOff val="95000"/>
                  </a:schemeClr>
                </a:gs>
                <a:gs pos="100000">
                  <a:srgbClr val="203864"/>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3" name="슬라이드 번호 개체 틀 4">
            <a:extLst>
              <a:ext uri="{FF2B5EF4-FFF2-40B4-BE49-F238E27FC236}">
                <a16:creationId xmlns:a16="http://schemas.microsoft.com/office/drawing/2014/main" id="{0E074DED-27E8-D645-9AA7-9E06B0CF9D8A}"/>
              </a:ext>
            </a:extLst>
          </p:cNvPr>
          <p:cNvSpPr>
            <a:spLocks noGrp="1"/>
          </p:cNvSpPr>
          <p:nvPr>
            <p:ph type="sldNum" sz="quarter" idx="12"/>
          </p:nvPr>
        </p:nvSpPr>
        <p:spPr>
          <a:xfrm>
            <a:off x="11582312" y="6432300"/>
            <a:ext cx="458632" cy="365121"/>
          </a:xfrm>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103960E3-3A3F-4900-8A03-B82E8F2AAFCC}" type="slidenum">
              <a:rPr kumimoji="0" lang="ko-KR" altLang="en-US" sz="1200" b="0" i="0" u="none" strike="noStrike" kern="1200" cap="none" spc="0" normalizeH="0" baseline="0" noProof="0" smtClean="0">
                <a:ln>
                  <a:noFill/>
                </a:ln>
                <a:solidFill>
                  <a:prstClr val="black">
                    <a:tint val="75000"/>
                  </a:prstClr>
                </a:solidFill>
                <a:effectLst/>
                <a:uLnTx/>
                <a:uFillTx/>
                <a:latin typeface="맑은 고딕" panose="020F050202020403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10</a:t>
            </a:fld>
            <a:endParaRPr kumimoji="0" lang="ko-KR" altLang="en-US" sz="1200" b="0" i="0" u="none" strike="noStrike" kern="1200" cap="none" spc="0" normalizeH="0" baseline="0" noProof="0">
              <a:ln>
                <a:noFill/>
              </a:ln>
              <a:solidFill>
                <a:prstClr val="black">
                  <a:tint val="75000"/>
                </a:prstClr>
              </a:solidFill>
              <a:effectLst/>
              <a:uLnTx/>
              <a:uFillTx/>
              <a:latin typeface="맑은 고딕" panose="020F0502020204030204"/>
              <a:ea typeface="맑은 고딕" panose="020B0503020000020004" pitchFamily="50" charset="-127"/>
              <a:cs typeface="+mn-cs"/>
            </a:endParaRPr>
          </a:p>
        </p:txBody>
      </p:sp>
      <p:sp>
        <p:nvSpPr>
          <p:cNvPr id="2" name="TextBox 1">
            <a:extLst>
              <a:ext uri="{FF2B5EF4-FFF2-40B4-BE49-F238E27FC236}">
                <a16:creationId xmlns:a16="http://schemas.microsoft.com/office/drawing/2014/main" id="{C5FAD4B2-5B9D-6288-5B45-D60BDF6E02D6}"/>
              </a:ext>
            </a:extLst>
          </p:cNvPr>
          <p:cNvSpPr txBox="1"/>
          <p:nvPr/>
        </p:nvSpPr>
        <p:spPr>
          <a:xfrm>
            <a:off x="203625" y="117629"/>
            <a:ext cx="11837319" cy="461665"/>
          </a:xfrm>
          <a:prstGeom prst="rect">
            <a:avLst/>
          </a:prstGeom>
          <a:noFill/>
        </p:spPr>
        <p:txBody>
          <a:bodyPr wrap="square">
            <a:spAutoFit/>
          </a:bodyPr>
          <a:lstStyle/>
          <a:p>
            <a:pPr defTabSz="180952">
              <a:defRPr/>
            </a:pPr>
            <a:r>
              <a:rPr lang="en-US" altLang="ko-KR" sz="2400" b="1" dirty="0">
                <a:ln w="9525">
                  <a:solidFill>
                    <a:srgbClr val="4F81BD">
                      <a:shade val="50000"/>
                      <a:alpha val="0"/>
                    </a:srgbClr>
                  </a:solidFill>
                </a:ln>
                <a:solidFill>
                  <a:schemeClr val="tx1">
                    <a:lumMod val="50000"/>
                    <a:lumOff val="50000"/>
                  </a:schemeClr>
                </a:solidFill>
                <a:latin typeface="Pretendard Black" panose="02000503000000020004" pitchFamily="2" charset="-127"/>
                <a:ea typeface="Pretendard Black" panose="02000503000000020004" pitchFamily="2" charset="-127"/>
                <a:cs typeface="Pretendard Black" panose="02000503000000020004" pitchFamily="2" charset="-127"/>
              </a:rPr>
              <a:t>04</a:t>
            </a:r>
            <a:r>
              <a:rPr lang="en-US" altLang="ko-KR" sz="2400" b="1" dirty="0">
                <a:ln w="9525">
                  <a:solidFill>
                    <a:srgbClr val="4F81BD">
                      <a:shade val="50000"/>
                      <a:alpha val="0"/>
                    </a:srgbClr>
                  </a:solidFill>
                </a:ln>
                <a:latin typeface="Pretendard Black" panose="02000503000000020004" pitchFamily="2" charset="-127"/>
                <a:ea typeface="Pretendard Black" panose="02000503000000020004" pitchFamily="2" charset="-127"/>
                <a:cs typeface="Pretendard Black" panose="02000503000000020004" pitchFamily="2" charset="-127"/>
              </a:rPr>
              <a:t> </a:t>
            </a:r>
            <a:r>
              <a:rPr lang="en-US" altLang="ko-KR" sz="2400" b="1" dirty="0">
                <a:ln w="9525">
                  <a:solidFill>
                    <a:srgbClr val="4F81BD">
                      <a:shade val="50000"/>
                      <a:alpha val="0"/>
                    </a:srgbClr>
                  </a:solidFill>
                </a:ln>
                <a:solidFill>
                  <a:srgbClr val="203864"/>
                </a:solidFill>
                <a:latin typeface="Pretendard Black" panose="02000503000000020004" pitchFamily="2" charset="-127"/>
                <a:ea typeface="Pretendard Black" panose="02000503000000020004" pitchFamily="2" charset="-127"/>
                <a:cs typeface="Pretendard Black" panose="02000503000000020004" pitchFamily="2" charset="-127"/>
              </a:rPr>
              <a:t>Discussion</a:t>
            </a:r>
          </a:p>
        </p:txBody>
      </p:sp>
      <p:sp>
        <p:nvSpPr>
          <p:cNvPr id="6" name="내용 개체 틀 1">
            <a:extLst>
              <a:ext uri="{FF2B5EF4-FFF2-40B4-BE49-F238E27FC236}">
                <a16:creationId xmlns:a16="http://schemas.microsoft.com/office/drawing/2014/main" id="{2E886467-7390-1BED-DF1B-9207FEE66402}"/>
              </a:ext>
            </a:extLst>
          </p:cNvPr>
          <p:cNvSpPr txBox="1">
            <a:spLocks/>
          </p:cNvSpPr>
          <p:nvPr/>
        </p:nvSpPr>
        <p:spPr>
          <a:xfrm>
            <a:off x="105508" y="765301"/>
            <a:ext cx="11966330" cy="5975055"/>
          </a:xfrm>
          <a:prstGeom prst="rect">
            <a:avLst/>
          </a:prstGeom>
        </p:spPr>
        <p:txBody>
          <a:bodyP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ko-KR" altLang="en-US" sz="1600" b="1" dirty="0">
                <a:latin typeface="Pretendard" panose="02000503000000020004" pitchFamily="2" charset="-127"/>
                <a:ea typeface="Pretendard" panose="02000503000000020004" pitchFamily="2" charset="-127"/>
                <a:cs typeface="Pretendard" panose="02000503000000020004" pitchFamily="2" charset="-127"/>
              </a:rPr>
              <a:t>이란 식문화의 특성</a:t>
            </a:r>
          </a:p>
          <a:p>
            <a:pPr marL="628650" lvl="1" indent="-171450"/>
            <a:r>
              <a:rPr lang="ko-KR" altLang="en-US" sz="1200" dirty="0">
                <a:latin typeface="Pretendard" panose="02000503000000020004" pitchFamily="2" charset="-127"/>
                <a:ea typeface="Pretendard" panose="02000503000000020004" pitchFamily="2" charset="-127"/>
                <a:cs typeface="Pretendard" panose="02000503000000020004" pitchFamily="2" charset="-127"/>
              </a:rPr>
              <a:t>차</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간식 조합</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en" altLang="ko-KR" sz="1200" dirty="0">
                <a:latin typeface="Pretendard" panose="02000503000000020004" pitchFamily="2" charset="-127"/>
                <a:ea typeface="Pretendard" panose="02000503000000020004" pitchFamily="2" charset="-127"/>
                <a:cs typeface="Pretendard" panose="02000503000000020004" pitchFamily="2" charset="-127"/>
              </a:rPr>
              <a:t>r = 0.80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가장 강한 상관관계</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en-US" altLang="ko-KR" sz="120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이란 전통문화 반영</a:t>
            </a:r>
          </a:p>
          <a:p>
            <a:pPr marL="628650" lvl="1" indent="-171450"/>
            <a:r>
              <a:rPr lang="ko-KR" altLang="en-US" sz="1200" dirty="0">
                <a:latin typeface="Pretendard" panose="02000503000000020004" pitchFamily="2" charset="-127"/>
                <a:ea typeface="Pretendard" panose="02000503000000020004" pitchFamily="2" charset="-127"/>
                <a:cs typeface="Pretendard" panose="02000503000000020004" pitchFamily="2" charset="-127"/>
              </a:rPr>
              <a:t>채소</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마늘</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전통 요리의 양념 사용 패턴</a:t>
            </a:r>
          </a:p>
          <a:p>
            <a:pPr marL="628650" lvl="1" indent="-171450"/>
            <a:r>
              <a:rPr lang="ko-KR" altLang="en-US" sz="1200" dirty="0" err="1">
                <a:latin typeface="Pretendard" panose="02000503000000020004" pitchFamily="2" charset="-127"/>
                <a:ea typeface="Pretendard" panose="02000503000000020004" pitchFamily="2" charset="-127"/>
                <a:cs typeface="Pretendard" panose="02000503000000020004" pitchFamily="2" charset="-127"/>
              </a:rPr>
              <a:t>적색육</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버터</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체로 </a:t>
            </a:r>
            <a:r>
              <a:rPr lang="ko-KR" altLang="en-US" sz="1200" dirty="0" err="1">
                <a:latin typeface="Pretendard" panose="02000503000000020004" pitchFamily="2" charset="-127"/>
                <a:ea typeface="Pretendard" panose="02000503000000020004" pitchFamily="2" charset="-127"/>
                <a:cs typeface="Pretendard" panose="02000503000000020004" pitchFamily="2" charset="-127"/>
              </a:rPr>
              <a:t>케밥</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등 전통 요리</a:t>
            </a:r>
          </a:p>
          <a:p>
            <a:pPr marL="628650" lvl="1" indent="-171450"/>
            <a:r>
              <a:rPr lang="ko-KR" altLang="en-US" sz="1200" dirty="0">
                <a:latin typeface="Pretendard" panose="02000503000000020004" pitchFamily="2" charset="-127"/>
                <a:ea typeface="Pretendard" panose="02000503000000020004" pitchFamily="2" charset="-127"/>
                <a:cs typeface="Pretendard" panose="02000503000000020004" pitchFamily="2" charset="-127"/>
              </a:rPr>
              <a:t>곡물</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마늘</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이란 전통 요리의 기본 조합</a:t>
            </a: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marL="628650" lvl="1" indent="-171450"/>
            <a:endParaRPr lang="en-US" altLang="ko-KR" sz="1600" b="1" dirty="0">
              <a:latin typeface="Pretendard" panose="02000503000000020004" pitchFamily="2" charset="-127"/>
              <a:ea typeface="Pretendard" panose="02000503000000020004" pitchFamily="2" charset="-127"/>
              <a:cs typeface="Pretendard" panose="02000503000000020004" pitchFamily="2" charset="-127"/>
            </a:endParaRPr>
          </a:p>
          <a:p>
            <a:pPr marL="342900" indent="-342900">
              <a:buFont typeface="+mj-lt"/>
              <a:buAutoNum type="arabicPeriod"/>
            </a:pPr>
            <a:r>
              <a:rPr lang="ko-KR" altLang="en-US" sz="1600" b="1" dirty="0">
                <a:latin typeface="Pretendard" panose="02000503000000020004" pitchFamily="2" charset="-127"/>
                <a:ea typeface="Pretendard" panose="02000503000000020004" pitchFamily="2" charset="-127"/>
                <a:cs typeface="Pretendard" panose="02000503000000020004" pitchFamily="2" charset="-127"/>
              </a:rPr>
              <a:t>채소 네트워크의 건강 효과</a:t>
            </a:r>
          </a:p>
          <a:p>
            <a:pPr marL="628650" lvl="1" indent="-171450"/>
            <a:r>
              <a:rPr lang="ko-KR" altLang="en-US" sz="1200" dirty="0">
                <a:latin typeface="Pretendard" panose="02000503000000020004" pitchFamily="2" charset="-127"/>
                <a:ea typeface="Pretendard" panose="02000503000000020004" pitchFamily="2" charset="-127"/>
                <a:cs typeface="Pretendard" panose="02000503000000020004" pitchFamily="2" charset="-127"/>
              </a:rPr>
              <a:t>콜레스테롤 감소</a:t>
            </a:r>
          </a:p>
          <a:p>
            <a:pPr marL="1085850" lvl="2" indent="-171450"/>
            <a:r>
              <a:rPr lang="ko-KR" altLang="en-US" sz="1050" dirty="0">
                <a:latin typeface="Pretendard" panose="02000503000000020004" pitchFamily="2" charset="-127"/>
                <a:ea typeface="Pretendard" panose="02000503000000020004" pitchFamily="2" charset="-127"/>
                <a:cs typeface="Pretendard" panose="02000503000000020004" pitchFamily="2" charset="-127"/>
              </a:rPr>
              <a:t>수용성 섬유질</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담즙산 결합 → 담즙산 배설 증가 → 콜레스테롤 합성 감소</a:t>
            </a:r>
          </a:p>
          <a:p>
            <a:pPr marL="1085850" lvl="2" indent="-171450"/>
            <a:r>
              <a:rPr lang="ko-KR" altLang="en-US" sz="1050" dirty="0" err="1">
                <a:latin typeface="Pretendard" panose="02000503000000020004" pitchFamily="2" charset="-127"/>
                <a:ea typeface="Pretendard" panose="02000503000000020004" pitchFamily="2" charset="-127"/>
                <a:cs typeface="Pretendard" panose="02000503000000020004" pitchFamily="2" charset="-127"/>
              </a:rPr>
              <a:t>항염</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 효과</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폴리페놀</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err="1">
                <a:latin typeface="Pretendard" panose="02000503000000020004" pitchFamily="2" charset="-127"/>
                <a:ea typeface="Pretendard" panose="02000503000000020004" pitchFamily="2" charset="-127"/>
                <a:cs typeface="Pretendard" panose="02000503000000020004" pitchFamily="2" charset="-127"/>
              </a:rPr>
              <a:t>플라보노이드가</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 </a:t>
            </a:r>
            <a:r>
              <a:rPr lang="en" altLang="ko-KR" sz="1050" dirty="0">
                <a:latin typeface="Pretendard" panose="02000503000000020004" pitchFamily="2" charset="-127"/>
                <a:ea typeface="Pretendard" panose="02000503000000020004" pitchFamily="2" charset="-127"/>
                <a:cs typeface="Pretendard" panose="02000503000000020004" pitchFamily="2" charset="-127"/>
              </a:rPr>
              <a:t>NF-</a:t>
            </a:r>
            <a:r>
              <a:rPr lang="el-GR" altLang="ko-KR" sz="1050" dirty="0">
                <a:latin typeface="Pretendard" panose="02000503000000020004" pitchFamily="2" charset="-127"/>
                <a:ea typeface="Pretendard" panose="02000503000000020004" pitchFamily="2" charset="-127"/>
                <a:cs typeface="Pretendard" panose="02000503000000020004" pitchFamily="2" charset="-127"/>
              </a:rPr>
              <a:t>κ</a:t>
            </a:r>
            <a:r>
              <a:rPr lang="en" altLang="ko-KR" sz="1050" dirty="0">
                <a:latin typeface="Pretendard" panose="02000503000000020004" pitchFamily="2" charset="-127"/>
                <a:ea typeface="Pretendard" panose="02000503000000020004" pitchFamily="2" charset="-127"/>
                <a:cs typeface="Pretendard" panose="02000503000000020004" pitchFamily="2" charset="-127"/>
              </a:rPr>
              <a:t>B, MAPK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경로 조절</a:t>
            </a:r>
          </a:p>
          <a:p>
            <a:pPr marL="1085850" lvl="2" indent="-171450"/>
            <a:r>
              <a:rPr lang="ko-KR" altLang="en-US" sz="1050" dirty="0">
                <a:latin typeface="Pretendard" panose="02000503000000020004" pitchFamily="2" charset="-127"/>
                <a:ea typeface="Pretendard" panose="02000503000000020004" pitchFamily="2" charset="-127"/>
                <a:cs typeface="Pretendard" panose="02000503000000020004" pitchFamily="2" charset="-127"/>
              </a:rPr>
              <a:t>항산화 성분</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en" altLang="ko-KR" sz="1050" dirty="0">
                <a:latin typeface="Pretendard" panose="02000503000000020004" pitchFamily="2" charset="-127"/>
                <a:ea typeface="Pretendard" panose="02000503000000020004" pitchFamily="2" charset="-127"/>
                <a:cs typeface="Pretendard" panose="02000503000000020004" pitchFamily="2" charset="-127"/>
              </a:rPr>
              <a:t>TNF-</a:t>
            </a:r>
            <a:r>
              <a:rPr lang="el-GR" altLang="ko-KR" sz="1050" dirty="0">
                <a:latin typeface="Pretendard" panose="02000503000000020004" pitchFamily="2" charset="-127"/>
                <a:ea typeface="Pretendard" panose="02000503000000020004" pitchFamily="2" charset="-127"/>
                <a:cs typeface="Pretendard" panose="02000503000000020004" pitchFamily="2" charset="-127"/>
              </a:rPr>
              <a:t>α, </a:t>
            </a:r>
            <a:r>
              <a:rPr lang="en" altLang="ko-KR" sz="1050" dirty="0">
                <a:latin typeface="Pretendard" panose="02000503000000020004" pitchFamily="2" charset="-127"/>
                <a:ea typeface="Pretendard" panose="02000503000000020004" pitchFamily="2" charset="-127"/>
                <a:cs typeface="Pretendard" panose="02000503000000020004" pitchFamily="2" charset="-127"/>
              </a:rPr>
              <a:t>IL-6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등 염증성 </a:t>
            </a:r>
            <a:r>
              <a:rPr lang="ko-KR" altLang="en-US" sz="1050" dirty="0" err="1">
                <a:latin typeface="Pretendard" panose="02000503000000020004" pitchFamily="2" charset="-127"/>
                <a:ea typeface="Pretendard" panose="02000503000000020004" pitchFamily="2" charset="-127"/>
                <a:cs typeface="Pretendard" panose="02000503000000020004" pitchFamily="2" charset="-127"/>
              </a:rPr>
              <a:t>사이토카인</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 억제</a:t>
            </a:r>
          </a:p>
          <a:p>
            <a:pPr marL="628650" lvl="1" indent="-171450"/>
            <a:r>
              <a:rPr lang="ko-KR" altLang="en-US" sz="1200" dirty="0" err="1">
                <a:latin typeface="Pretendard" panose="02000503000000020004" pitchFamily="2" charset="-127"/>
                <a:ea typeface="Pretendard" panose="02000503000000020004" pitchFamily="2" charset="-127"/>
                <a:cs typeface="Pretendard" panose="02000503000000020004" pitchFamily="2" charset="-127"/>
              </a:rPr>
              <a:t>제지방량</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증가</a:t>
            </a:r>
          </a:p>
          <a:p>
            <a:pPr marL="1085850" lvl="2" indent="-171450"/>
            <a:r>
              <a:rPr lang="ko-KR" altLang="en-US" sz="1050" dirty="0">
                <a:latin typeface="Pretendard" panose="02000503000000020004" pitchFamily="2" charset="-127"/>
                <a:ea typeface="Pretendard" panose="02000503000000020004" pitchFamily="2" charset="-127"/>
                <a:cs typeface="Pretendard" panose="02000503000000020004" pitchFamily="2" charset="-127"/>
              </a:rPr>
              <a:t>만성염증 억제로 근육 이화작용 방지</a:t>
            </a:r>
          </a:p>
          <a:p>
            <a:pPr marL="1085850" lvl="2" indent="-171450"/>
            <a:r>
              <a:rPr lang="ko-KR" altLang="en-US" sz="1050" dirty="0">
                <a:latin typeface="Pretendard" panose="02000503000000020004" pitchFamily="2" charset="-127"/>
                <a:ea typeface="Pretendard" panose="02000503000000020004" pitchFamily="2" charset="-127"/>
                <a:cs typeface="Pretendard" panose="02000503000000020004" pitchFamily="2" charset="-127"/>
              </a:rPr>
              <a:t>항산화 성분의 근육 손상 감소 효과</a:t>
            </a:r>
          </a:p>
          <a:p>
            <a:pPr marL="1085850" lvl="2" indent="-171450"/>
            <a:r>
              <a:rPr lang="ko-KR" altLang="en-US" sz="1050" dirty="0">
                <a:latin typeface="Pretendard" panose="02000503000000020004" pitchFamily="2" charset="-127"/>
                <a:ea typeface="Pretendard" panose="02000503000000020004" pitchFamily="2" charset="-127"/>
                <a:cs typeface="Pretendard" panose="02000503000000020004" pitchFamily="2" charset="-127"/>
              </a:rPr>
              <a:t>단백질 합성 촉진 환경 조성</a:t>
            </a:r>
            <a:endParaRPr lang="en-US" altLang="ko-KR" sz="1050" dirty="0">
              <a:latin typeface="Pretendard" panose="02000503000000020004" pitchFamily="2" charset="-127"/>
              <a:ea typeface="Pretendard" panose="02000503000000020004" pitchFamily="2" charset="-127"/>
              <a:cs typeface="Pretendard" panose="02000503000000020004" pitchFamily="2" charset="-127"/>
            </a:endParaRPr>
          </a:p>
          <a:p>
            <a:pPr marL="628650" lvl="1" indent="-171450"/>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marL="342900" indent="-342900">
              <a:buFont typeface="+mj-lt"/>
              <a:buAutoNum type="arabicPeriod"/>
            </a:pPr>
            <a:r>
              <a:rPr lang="ko-KR" altLang="en-US" sz="1600" b="1" dirty="0">
                <a:latin typeface="Pretendard" panose="02000503000000020004" pitchFamily="2" charset="-127"/>
                <a:ea typeface="Pretendard" panose="02000503000000020004" pitchFamily="2" charset="-127"/>
                <a:cs typeface="Pretendard" panose="02000503000000020004" pitchFamily="2" charset="-127"/>
              </a:rPr>
              <a:t>곡물 네트워크의 심혈관 효과</a:t>
            </a:r>
          </a:p>
          <a:p>
            <a:pPr marL="628650" lvl="1" indent="-171450"/>
            <a:r>
              <a:rPr lang="ko-KR" altLang="en-US" sz="1200" dirty="0">
                <a:latin typeface="Pretendard" panose="02000503000000020004" pitchFamily="2" charset="-127"/>
                <a:ea typeface="Pretendard" panose="02000503000000020004" pitchFamily="2" charset="-127"/>
                <a:cs typeface="Pretendard" panose="02000503000000020004" pitchFamily="2" charset="-127"/>
              </a:rPr>
              <a:t>혈압 감소</a:t>
            </a:r>
          </a:p>
          <a:p>
            <a:pPr marL="1085850" lvl="2" indent="-171450"/>
            <a:r>
              <a:rPr lang="ko-KR" altLang="en-US" sz="1050" dirty="0" err="1">
                <a:latin typeface="Pretendard" panose="02000503000000020004" pitchFamily="2" charset="-127"/>
                <a:ea typeface="Pretendard" panose="02000503000000020004" pitchFamily="2" charset="-127"/>
                <a:cs typeface="Pretendard" panose="02000503000000020004" pitchFamily="2" charset="-127"/>
              </a:rPr>
              <a:t>복합탄수화물</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혈당 조절 개선</a:t>
            </a:r>
          </a:p>
          <a:p>
            <a:pPr marL="1085850" lvl="2" indent="-171450"/>
            <a:r>
              <a:rPr lang="ko-KR" altLang="en-US" sz="1050" dirty="0">
                <a:latin typeface="Pretendard" panose="02000503000000020004" pitchFamily="2" charset="-127"/>
                <a:ea typeface="Pretendard" panose="02000503000000020004" pitchFamily="2" charset="-127"/>
                <a:cs typeface="Pretendard" panose="02000503000000020004" pitchFamily="2" charset="-127"/>
              </a:rPr>
              <a:t>미네랄 효과</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칼륨</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마그네슘의 혈관 이완</a:t>
            </a:r>
          </a:p>
          <a:p>
            <a:pPr marL="1085850" lvl="2" indent="-171450"/>
            <a:r>
              <a:rPr lang="ko-KR" altLang="en-US" sz="1050" dirty="0">
                <a:latin typeface="Pretendard" panose="02000503000000020004" pitchFamily="2" charset="-127"/>
                <a:ea typeface="Pretendard" panose="02000503000000020004" pitchFamily="2" charset="-127"/>
                <a:cs typeface="Pretendard" panose="02000503000000020004" pitchFamily="2" charset="-127"/>
              </a:rPr>
              <a:t>섬유질</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나트륨 배설 촉진</a:t>
            </a:r>
          </a:p>
          <a:p>
            <a:pPr marL="628650" lvl="1" indent="-171450"/>
            <a:r>
              <a:rPr lang="ko-KR" altLang="en-US" sz="1200" dirty="0">
                <a:latin typeface="Pretendard" panose="02000503000000020004" pitchFamily="2" charset="-127"/>
                <a:ea typeface="Pretendard" panose="02000503000000020004" pitchFamily="2" charset="-127"/>
                <a:cs typeface="Pretendard" panose="02000503000000020004" pitchFamily="2" charset="-127"/>
              </a:rPr>
              <a:t>지질 프로파일 개선</a:t>
            </a:r>
          </a:p>
          <a:p>
            <a:pPr marL="1085850" lvl="2" indent="-171450"/>
            <a:r>
              <a:rPr lang="ko-KR" altLang="en-US" sz="1050" dirty="0" err="1">
                <a:latin typeface="Pretendard" panose="02000503000000020004" pitchFamily="2" charset="-127"/>
                <a:ea typeface="Pretendard" panose="02000503000000020004" pitchFamily="2" charset="-127"/>
                <a:cs typeface="Pretendard" panose="02000503000000020004" pitchFamily="2" charset="-127"/>
              </a:rPr>
              <a:t>베타글루칸</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장 점도 증가 → 콜레스테롤 흡수 감소</a:t>
            </a:r>
          </a:p>
          <a:p>
            <a:pPr marL="1085850" lvl="2" indent="-171450"/>
            <a:r>
              <a:rPr lang="ko-KR" altLang="en-US" sz="1050" dirty="0">
                <a:latin typeface="Pretendard" panose="02000503000000020004" pitchFamily="2" charset="-127"/>
                <a:ea typeface="Pretendard" panose="02000503000000020004" pitchFamily="2" charset="-127"/>
                <a:cs typeface="Pretendard" panose="02000503000000020004" pitchFamily="2" charset="-127"/>
              </a:rPr>
              <a:t>항산화 성분</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err="1">
                <a:latin typeface="Pretendard" panose="02000503000000020004" pitchFamily="2" charset="-127"/>
                <a:ea typeface="Pretendard" panose="02000503000000020004" pitchFamily="2" charset="-127"/>
                <a:cs typeface="Pretendard" panose="02000503000000020004" pitchFamily="2" charset="-127"/>
              </a:rPr>
              <a:t>페룰산</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err="1">
                <a:latin typeface="Pretendard" panose="02000503000000020004" pitchFamily="2" charset="-127"/>
                <a:ea typeface="Pretendard" panose="02000503000000020004" pitchFamily="2" charset="-127"/>
                <a:cs typeface="Pretendard" panose="02000503000000020004" pitchFamily="2" charset="-127"/>
              </a:rPr>
              <a:t>피틴산의</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 지질 과산화 억제</a:t>
            </a:r>
          </a:p>
          <a:p>
            <a:pPr marL="1085850" lvl="2" indent="-171450"/>
            <a:r>
              <a:rPr lang="ko-KR" altLang="en-US" sz="1050" dirty="0">
                <a:latin typeface="Pretendard" panose="02000503000000020004" pitchFamily="2" charset="-127"/>
                <a:ea typeface="Pretendard" panose="02000503000000020004" pitchFamily="2" charset="-127"/>
                <a:cs typeface="Pretendard" panose="02000503000000020004" pitchFamily="2" charset="-127"/>
              </a:rPr>
              <a:t>복합작용</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전반적 지질 대사 개선</a:t>
            </a:r>
            <a:endParaRPr lang="en-US" altLang="ko-KR" sz="1050" dirty="0">
              <a:latin typeface="Pretendard" panose="02000503000000020004" pitchFamily="2" charset="-127"/>
              <a:ea typeface="Pretendard" panose="02000503000000020004" pitchFamily="2" charset="-127"/>
              <a:cs typeface="Pretendard" panose="02000503000000020004" pitchFamily="2" charset="-127"/>
            </a:endParaRPr>
          </a:p>
          <a:p>
            <a:pPr marL="1085850" lvl="2" indent="-171450"/>
            <a:endParaRPr lang="en-US" altLang="ko-KR" sz="1050" dirty="0">
              <a:latin typeface="Pretendard" panose="02000503000000020004" pitchFamily="2" charset="-127"/>
              <a:ea typeface="Pretendard" panose="02000503000000020004" pitchFamily="2" charset="-127"/>
              <a:cs typeface="Pretendard" panose="02000503000000020004" pitchFamily="2" charset="-127"/>
            </a:endParaRPr>
          </a:p>
          <a:p>
            <a:pPr marL="342900" indent="-342900">
              <a:buFont typeface="+mj-lt"/>
              <a:buAutoNum type="arabicPeriod"/>
            </a:pPr>
            <a:endParaRPr lang="ko-KR" altLang="en-US" sz="800"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7" name="TextBox 6">
            <a:extLst>
              <a:ext uri="{FF2B5EF4-FFF2-40B4-BE49-F238E27FC236}">
                <a16:creationId xmlns:a16="http://schemas.microsoft.com/office/drawing/2014/main" id="{76505C8F-0AE1-B925-65A1-20284747BD75}"/>
              </a:ext>
            </a:extLst>
          </p:cNvPr>
          <p:cNvSpPr txBox="1"/>
          <p:nvPr/>
        </p:nvSpPr>
        <p:spPr>
          <a:xfrm>
            <a:off x="6284303" y="3083776"/>
            <a:ext cx="4582989" cy="2369880"/>
          </a:xfrm>
          <a:prstGeom prst="rect">
            <a:avLst/>
          </a:prstGeom>
          <a:noFill/>
        </p:spPr>
        <p:txBody>
          <a:bodyPr wrap="square">
            <a:spAutoFit/>
          </a:bodyPr>
          <a:lstStyle/>
          <a:p>
            <a:pPr algn="ctr"/>
            <a:r>
              <a:rPr lang="en-US" altLang="ko-KR" sz="1600" b="1"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 </a:t>
            </a:r>
            <a:r>
              <a:rPr lang="ko-KR" altLang="en-US" sz="1600" b="1" dirty="0">
                <a:latin typeface="Pretendard" panose="02000503000000020004" pitchFamily="2" charset="-127"/>
                <a:ea typeface="Pretendard" panose="02000503000000020004" pitchFamily="2" charset="-127"/>
                <a:cs typeface="Pretendard" panose="02000503000000020004" pitchFamily="2" charset="-127"/>
              </a:rPr>
              <a:t>선행연구와의 비교</a:t>
            </a:r>
          </a:p>
          <a:p>
            <a:pPr marL="628650" lvl="1" indent="-171450">
              <a:buFont typeface="Arial" panose="020B0604020202020204" pitchFamily="34" charset="0"/>
              <a:buChar char="•"/>
            </a:pP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marL="171450" indent="-171450">
              <a:buFont typeface="Arial" panose="020B0604020202020204" pitchFamily="34" charset="0"/>
              <a:buChar char="•"/>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일치하는 결과</a:t>
            </a:r>
          </a:p>
          <a:p>
            <a:pPr marL="628650" lvl="1" indent="-171450">
              <a:buFont typeface="Arial" panose="020B0604020202020204" pitchFamily="34" charset="0"/>
              <a:buChar char="•"/>
            </a:pPr>
            <a:r>
              <a:rPr lang="en" altLang="ko-KR" sz="1050" dirty="0">
                <a:latin typeface="Pretendard" panose="02000503000000020004" pitchFamily="2" charset="-127"/>
                <a:ea typeface="Pretendard" panose="02000503000000020004" pitchFamily="2" charset="-127"/>
                <a:cs typeface="Pretendard" panose="02000503000000020004" pitchFamily="2" charset="-127"/>
              </a:rPr>
              <a:t>Iqbal et al.: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고지방 유제품의 </a:t>
            </a:r>
            <a:r>
              <a:rPr lang="en" altLang="ko-KR" sz="1050" dirty="0">
                <a:latin typeface="Pretendard" panose="02000503000000020004" pitchFamily="2" charset="-127"/>
                <a:ea typeface="Pretendard" panose="02000503000000020004" pitchFamily="2" charset="-127"/>
                <a:cs typeface="Pretendard" panose="02000503000000020004" pitchFamily="2" charset="-127"/>
              </a:rPr>
              <a:t>T2DM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위험 감소</a:t>
            </a:r>
          </a:p>
          <a:p>
            <a:pPr marL="628650" lvl="1" indent="-171450">
              <a:buFont typeface="Arial" panose="020B0604020202020204" pitchFamily="34" charset="0"/>
              <a:buChar char="•"/>
            </a:pPr>
            <a:r>
              <a:rPr lang="en" altLang="ko-KR" sz="1050" dirty="0">
                <a:latin typeface="Pretendard" panose="02000503000000020004" pitchFamily="2" charset="-127"/>
                <a:ea typeface="Pretendard" panose="02000503000000020004" pitchFamily="2" charset="-127"/>
                <a:cs typeface="Pretendard" panose="02000503000000020004" pitchFamily="2" charset="-127"/>
              </a:rPr>
              <a:t>Gunathilake: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채소</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해산물 네트워크의 위암 위험 감소</a:t>
            </a:r>
          </a:p>
          <a:p>
            <a:pPr marL="628650" lvl="1" indent="-171450">
              <a:buFont typeface="Arial" panose="020B0604020202020204" pitchFamily="34" charset="0"/>
              <a:buChar char="•"/>
            </a:pPr>
            <a:r>
              <a:rPr lang="en" altLang="ko-KR" sz="1050" dirty="0" err="1">
                <a:latin typeface="Pretendard" panose="02000503000000020004" pitchFamily="2" charset="-127"/>
                <a:ea typeface="Pretendard" panose="02000503000000020004" pitchFamily="2" charset="-127"/>
                <a:cs typeface="Pretendard" panose="02000503000000020004" pitchFamily="2" charset="-127"/>
              </a:rPr>
              <a:t>Jayedi</a:t>
            </a:r>
            <a:r>
              <a:rPr lang="en" altLang="ko-KR" sz="1050" dirty="0">
                <a:latin typeface="Pretendard" panose="02000503000000020004" pitchFamily="2" charset="-127"/>
                <a:ea typeface="Pretendard" panose="02000503000000020004" pitchFamily="2" charset="-127"/>
                <a:cs typeface="Pretendard" panose="02000503000000020004" pitchFamily="2" charset="-127"/>
              </a:rPr>
              <a:t> et al.: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포화지방 네트워크의 복부비만 위험 증가</a:t>
            </a:r>
          </a:p>
          <a:p>
            <a:pPr marL="171450" indent="-171450">
              <a:buFont typeface="Arial" panose="020B0604020202020204" pitchFamily="34" charset="0"/>
              <a:buChar char="•"/>
            </a:pPr>
            <a:endParaRPr lang="en-US" altLang="ko-KR" sz="1200" dirty="0">
              <a:latin typeface="Pretendard" panose="02000503000000020004" pitchFamily="2" charset="-127"/>
              <a:ea typeface="Pretendard" panose="02000503000000020004" pitchFamily="2" charset="-127"/>
              <a:cs typeface="Pretendard" panose="02000503000000020004" pitchFamily="2" charset="-127"/>
            </a:endParaRPr>
          </a:p>
          <a:p>
            <a:pPr marL="171450" indent="-171450">
              <a:buFont typeface="Arial" panose="020B0604020202020204" pitchFamily="34" charset="0"/>
              <a:buChar char="•"/>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상충하는 연구들</a:t>
            </a:r>
          </a:p>
          <a:p>
            <a:pPr marL="628650" lvl="1" indent="-171450">
              <a:buFont typeface="Arial" panose="020B0604020202020204" pitchFamily="34" charset="0"/>
              <a:buChar char="•"/>
            </a:pPr>
            <a:r>
              <a:rPr lang="en" altLang="ko-KR" sz="1050" dirty="0">
                <a:latin typeface="Pretendard" panose="02000503000000020004" pitchFamily="2" charset="-127"/>
                <a:ea typeface="Pretendard" panose="02000503000000020004" pitchFamily="2" charset="-127"/>
                <a:cs typeface="Pretendard" panose="02000503000000020004" pitchFamily="2" charset="-127"/>
              </a:rPr>
              <a:t>Wu et al. </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통곡물의 혈압 감소 효과</a:t>
            </a:r>
          </a:p>
          <a:p>
            <a:pPr marL="628650" lvl="1" indent="-171450">
              <a:buFont typeface="Arial" panose="020B0604020202020204" pitchFamily="34" charset="0"/>
              <a:buChar char="•"/>
            </a:pPr>
            <a:r>
              <a:rPr lang="en" altLang="ko-KR" sz="1050" dirty="0">
                <a:latin typeface="Pretendard" panose="02000503000000020004" pitchFamily="2" charset="-127"/>
                <a:ea typeface="Pretendard" panose="02000503000000020004" pitchFamily="2" charset="-127"/>
                <a:cs typeface="Pretendard" panose="02000503000000020004" pitchFamily="2" charset="-127"/>
              </a:rPr>
              <a:t>Giacco et al.: TG, LDL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감소</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en" altLang="ko-KR" sz="1050" dirty="0">
                <a:latin typeface="Pretendard" panose="02000503000000020004" pitchFamily="2" charset="-127"/>
                <a:ea typeface="Pretendard" panose="02000503000000020004" pitchFamily="2" charset="-127"/>
                <a:cs typeface="Pretendard" panose="02000503000000020004" pitchFamily="2" charset="-127"/>
              </a:rPr>
              <a:t>HDL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증가</a:t>
            </a:r>
          </a:p>
          <a:p>
            <a:pPr marL="628650" lvl="1" indent="-171450">
              <a:buFont typeface="Arial" panose="020B0604020202020204" pitchFamily="34" charset="0"/>
              <a:buChar char="•"/>
            </a:pPr>
            <a:r>
              <a:rPr lang="en" altLang="ko-KR" sz="1050" dirty="0">
                <a:latin typeface="Pretendard" panose="02000503000000020004" pitchFamily="2" charset="-127"/>
                <a:ea typeface="Pretendard" panose="02000503000000020004" pitchFamily="2" charset="-127"/>
                <a:cs typeface="Pretendard" panose="02000503000000020004" pitchFamily="2" charset="-127"/>
              </a:rPr>
              <a:t>Marshall et al.: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혈압에 대한 제한적 효과</a:t>
            </a:r>
          </a:p>
          <a:p>
            <a:pPr marL="628650" lvl="1" indent="-171450">
              <a:buFont typeface="Arial" panose="020B0604020202020204" pitchFamily="34" charset="0"/>
              <a:buChar char="•"/>
            </a:pPr>
            <a:r>
              <a:rPr lang="en" altLang="ko-KR" sz="1050" dirty="0">
                <a:latin typeface="Pretendard" panose="02000503000000020004" pitchFamily="2" charset="-127"/>
                <a:ea typeface="Pretendard" panose="02000503000000020004" pitchFamily="2" charset="-127"/>
                <a:cs typeface="Pretendard" panose="02000503000000020004" pitchFamily="2" charset="-127"/>
              </a:rPr>
              <a:t>Hollænder et al.: HDL,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중성지방에 효과 없음</a:t>
            </a:r>
          </a:p>
          <a:p>
            <a:pPr marL="628650" lvl="1" indent="-171450">
              <a:buFont typeface="Arial" panose="020B0604020202020204" pitchFamily="34" charset="0"/>
              <a:buChar char="•"/>
            </a:pPr>
            <a:r>
              <a:rPr lang="en-US" altLang="ko-KR" sz="1050" dirty="0">
                <a:latin typeface="Pretendard" panose="02000503000000020004" pitchFamily="2" charset="-127"/>
                <a:ea typeface="Pretendard" panose="02000503000000020004" pitchFamily="2" charset="-127"/>
                <a:cs typeface="Pretendard" panose="02000503000000020004" pitchFamily="2" charset="-127"/>
                <a:sym typeface="Wingdings" pitchFamily="2" charset="2"/>
              </a:rPr>
              <a:t></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연구설계</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인구집단</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유전적 요인</a:t>
            </a:r>
            <a:r>
              <a:rPr lang="en-US" altLang="ko-KR" sz="105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050" dirty="0" err="1">
                <a:latin typeface="Pretendard" panose="02000503000000020004" pitchFamily="2" charset="-127"/>
                <a:ea typeface="Pretendard" panose="02000503000000020004" pitchFamily="2" charset="-127"/>
                <a:cs typeface="Pretendard" panose="02000503000000020004" pitchFamily="2" charset="-127"/>
              </a:rPr>
              <a:t>식이평가</a:t>
            </a:r>
            <a:r>
              <a:rPr lang="ko-KR" altLang="en-US" sz="1050" dirty="0">
                <a:latin typeface="Pretendard" panose="02000503000000020004" pitchFamily="2" charset="-127"/>
                <a:ea typeface="Pretendard" panose="02000503000000020004" pitchFamily="2" charset="-127"/>
                <a:cs typeface="Pretendard" panose="02000503000000020004" pitchFamily="2" charset="-127"/>
              </a:rPr>
              <a:t> 방법의 차이</a:t>
            </a:r>
          </a:p>
        </p:txBody>
      </p:sp>
    </p:spTree>
    <p:extLst>
      <p:ext uri="{BB962C8B-B14F-4D97-AF65-F5344CB8AC3E}">
        <p14:creationId xmlns:p14="http://schemas.microsoft.com/office/powerpoint/2010/main" val="3129227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AD8F4-500D-3159-6DCE-08103416CA94}"/>
            </a:ext>
          </a:extLst>
        </p:cNvPr>
        <p:cNvGrpSpPr/>
        <p:nvPr/>
      </p:nvGrpSpPr>
      <p:grpSpPr>
        <a:xfrm>
          <a:off x="0" y="0"/>
          <a:ext cx="0" cy="0"/>
          <a:chOff x="0" y="0"/>
          <a:chExt cx="0" cy="0"/>
        </a:xfrm>
      </p:grpSpPr>
      <p:cxnSp>
        <p:nvCxnSpPr>
          <p:cNvPr id="36" name="직선 연결선 35">
            <a:extLst>
              <a:ext uri="{FF2B5EF4-FFF2-40B4-BE49-F238E27FC236}">
                <a16:creationId xmlns:a16="http://schemas.microsoft.com/office/drawing/2014/main" id="{DA3DFA56-5C35-597D-7871-14C57D67A33E}"/>
              </a:ext>
            </a:extLst>
          </p:cNvPr>
          <p:cNvCxnSpPr>
            <a:cxnSpLocks/>
          </p:cNvCxnSpPr>
          <p:nvPr/>
        </p:nvCxnSpPr>
        <p:spPr>
          <a:xfrm>
            <a:off x="203625" y="625569"/>
            <a:ext cx="11410443" cy="0"/>
          </a:xfrm>
          <a:prstGeom prst="line">
            <a:avLst/>
          </a:prstGeom>
          <a:ln w="38100">
            <a:gradFill flip="none" rotWithShape="1">
              <a:gsLst>
                <a:gs pos="0">
                  <a:schemeClr val="accent1">
                    <a:lumMod val="5000"/>
                    <a:lumOff val="95000"/>
                  </a:schemeClr>
                </a:gs>
                <a:gs pos="100000">
                  <a:srgbClr val="203864"/>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3" name="슬라이드 번호 개체 틀 4">
            <a:extLst>
              <a:ext uri="{FF2B5EF4-FFF2-40B4-BE49-F238E27FC236}">
                <a16:creationId xmlns:a16="http://schemas.microsoft.com/office/drawing/2014/main" id="{B2568919-2399-D6C4-D28F-D0FD612304F6}"/>
              </a:ext>
            </a:extLst>
          </p:cNvPr>
          <p:cNvSpPr>
            <a:spLocks noGrp="1"/>
          </p:cNvSpPr>
          <p:nvPr>
            <p:ph type="sldNum" sz="quarter" idx="12"/>
          </p:nvPr>
        </p:nvSpPr>
        <p:spPr>
          <a:xfrm>
            <a:off x="11582312" y="6432300"/>
            <a:ext cx="458632" cy="365121"/>
          </a:xfrm>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103960E3-3A3F-4900-8A03-B82E8F2AAFCC}" type="slidenum">
              <a:rPr kumimoji="0" lang="ko-KR" altLang="en-US" sz="1200" b="0" i="0" u="none" strike="noStrike" kern="1200" cap="none" spc="0" normalizeH="0" baseline="0" noProof="0" smtClean="0">
                <a:ln>
                  <a:noFill/>
                </a:ln>
                <a:solidFill>
                  <a:prstClr val="black">
                    <a:tint val="75000"/>
                  </a:prstClr>
                </a:solidFill>
                <a:effectLst/>
                <a:uLnTx/>
                <a:uFillTx/>
                <a:latin typeface="맑은 고딕" panose="020F050202020403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11</a:t>
            </a:fld>
            <a:endParaRPr kumimoji="0" lang="ko-KR" altLang="en-US" sz="1200" b="0" i="0" u="none" strike="noStrike" kern="1200" cap="none" spc="0" normalizeH="0" baseline="0" noProof="0">
              <a:ln>
                <a:noFill/>
              </a:ln>
              <a:solidFill>
                <a:prstClr val="black">
                  <a:tint val="75000"/>
                </a:prstClr>
              </a:solidFill>
              <a:effectLst/>
              <a:uLnTx/>
              <a:uFillTx/>
              <a:latin typeface="맑은 고딕" panose="020F0502020204030204"/>
              <a:ea typeface="맑은 고딕" panose="020B0503020000020004" pitchFamily="50" charset="-127"/>
              <a:cs typeface="+mn-cs"/>
            </a:endParaRPr>
          </a:p>
        </p:txBody>
      </p:sp>
      <p:sp>
        <p:nvSpPr>
          <p:cNvPr id="2" name="TextBox 1">
            <a:extLst>
              <a:ext uri="{FF2B5EF4-FFF2-40B4-BE49-F238E27FC236}">
                <a16:creationId xmlns:a16="http://schemas.microsoft.com/office/drawing/2014/main" id="{45718FC8-0726-C598-D91D-BE7141CE62CE}"/>
              </a:ext>
            </a:extLst>
          </p:cNvPr>
          <p:cNvSpPr txBox="1"/>
          <p:nvPr/>
        </p:nvSpPr>
        <p:spPr>
          <a:xfrm>
            <a:off x="203625" y="117629"/>
            <a:ext cx="11837319" cy="461665"/>
          </a:xfrm>
          <a:prstGeom prst="rect">
            <a:avLst/>
          </a:prstGeom>
          <a:noFill/>
        </p:spPr>
        <p:txBody>
          <a:bodyPr wrap="square">
            <a:spAutoFit/>
          </a:bodyPr>
          <a:lstStyle/>
          <a:p>
            <a:pPr defTabSz="180952">
              <a:defRPr/>
            </a:pPr>
            <a:r>
              <a:rPr lang="en-US" altLang="ko-KR" sz="2400" b="1" dirty="0">
                <a:ln w="9525">
                  <a:solidFill>
                    <a:srgbClr val="4F81BD">
                      <a:shade val="50000"/>
                      <a:alpha val="0"/>
                    </a:srgbClr>
                  </a:solidFill>
                </a:ln>
                <a:solidFill>
                  <a:schemeClr val="tx1">
                    <a:lumMod val="50000"/>
                    <a:lumOff val="50000"/>
                  </a:schemeClr>
                </a:solidFill>
                <a:latin typeface="Pretendard Black" panose="02000503000000020004" pitchFamily="2" charset="-127"/>
                <a:ea typeface="Pretendard Black" panose="02000503000000020004" pitchFamily="2" charset="-127"/>
                <a:cs typeface="Pretendard Black" panose="02000503000000020004" pitchFamily="2" charset="-127"/>
              </a:rPr>
              <a:t>04</a:t>
            </a:r>
            <a:r>
              <a:rPr lang="en-US" altLang="ko-KR" sz="2400" b="1" dirty="0">
                <a:ln w="9525">
                  <a:solidFill>
                    <a:srgbClr val="4F81BD">
                      <a:shade val="50000"/>
                      <a:alpha val="0"/>
                    </a:srgbClr>
                  </a:solidFill>
                </a:ln>
                <a:latin typeface="Pretendard Black" panose="02000503000000020004" pitchFamily="2" charset="-127"/>
                <a:ea typeface="Pretendard Black" panose="02000503000000020004" pitchFamily="2" charset="-127"/>
                <a:cs typeface="Pretendard Black" panose="02000503000000020004" pitchFamily="2" charset="-127"/>
              </a:rPr>
              <a:t> </a:t>
            </a:r>
            <a:r>
              <a:rPr lang="en-US" altLang="ko-KR" sz="2400" b="1" dirty="0">
                <a:ln w="9525">
                  <a:solidFill>
                    <a:srgbClr val="4F81BD">
                      <a:shade val="50000"/>
                      <a:alpha val="0"/>
                    </a:srgbClr>
                  </a:solidFill>
                </a:ln>
                <a:solidFill>
                  <a:srgbClr val="203864"/>
                </a:solidFill>
                <a:latin typeface="Pretendard Black" panose="02000503000000020004" pitchFamily="2" charset="-127"/>
                <a:ea typeface="Pretendard Black" panose="02000503000000020004" pitchFamily="2" charset="-127"/>
                <a:cs typeface="Pretendard Black" panose="02000503000000020004" pitchFamily="2" charset="-127"/>
              </a:rPr>
              <a:t>Discussion</a:t>
            </a:r>
          </a:p>
        </p:txBody>
      </p:sp>
      <p:sp>
        <p:nvSpPr>
          <p:cNvPr id="6" name="내용 개체 틀 1">
            <a:extLst>
              <a:ext uri="{FF2B5EF4-FFF2-40B4-BE49-F238E27FC236}">
                <a16:creationId xmlns:a16="http://schemas.microsoft.com/office/drawing/2014/main" id="{FC5A5E62-1AAA-648D-077B-15DC3BF11E4E}"/>
              </a:ext>
            </a:extLst>
          </p:cNvPr>
          <p:cNvSpPr txBox="1">
            <a:spLocks/>
          </p:cNvSpPr>
          <p:nvPr/>
        </p:nvSpPr>
        <p:spPr>
          <a:xfrm>
            <a:off x="105508" y="765301"/>
            <a:ext cx="11966330" cy="5975055"/>
          </a:xfrm>
          <a:prstGeom prst="rect">
            <a:avLst/>
          </a:prstGeom>
        </p:spPr>
        <p:txBody>
          <a:bodyPr>
            <a:norm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ko-KR" altLang="en-US" sz="1600" b="1" dirty="0">
                <a:latin typeface="Pretendard" panose="02000503000000020004" pitchFamily="2" charset="-127"/>
                <a:ea typeface="Pretendard" panose="02000503000000020004" pitchFamily="2" charset="-127"/>
                <a:cs typeface="Pretendard" panose="02000503000000020004" pitchFamily="2" charset="-127"/>
              </a:rPr>
              <a:t>연구의 한계점</a:t>
            </a:r>
            <a:endParaRPr lang="en-US" altLang="ko-KR" sz="1600" b="1" dirty="0">
              <a:latin typeface="Pretendard" panose="02000503000000020004" pitchFamily="2" charset="-127"/>
              <a:ea typeface="Pretendard" panose="02000503000000020004" pitchFamily="2" charset="-127"/>
              <a:cs typeface="Pretendard" panose="02000503000000020004" pitchFamily="2" charset="-127"/>
            </a:endParaRPr>
          </a:p>
          <a:p>
            <a:pPr lvl="1">
              <a:lnSpc>
                <a:spcPct val="150000"/>
              </a:lnSpc>
              <a:buFont typeface="+mj-lt"/>
              <a:buAutoNum type="arabicPeriod"/>
            </a:pP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연구설계의 한계</a:t>
            </a:r>
          </a:p>
          <a:p>
            <a:pPr marL="1085850" lvl="2" indent="-171450">
              <a:lnSpc>
                <a:spcPct val="150000"/>
              </a:lnSpc>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횡단면 설계</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인과관계 규명 불가</a:t>
            </a:r>
          </a:p>
          <a:p>
            <a:pPr marL="1085850" lvl="2" indent="-171450">
              <a:lnSpc>
                <a:spcPct val="150000"/>
              </a:lnSpc>
            </a:pPr>
            <a:r>
              <a:rPr lang="ko-KR" altLang="en-US" sz="1200" dirty="0" err="1">
                <a:latin typeface="Pretendard" panose="02000503000000020004" pitchFamily="2" charset="-127"/>
                <a:ea typeface="Pretendard" panose="02000503000000020004" pitchFamily="2" charset="-127"/>
                <a:cs typeface="Pretendard" panose="02000503000000020004" pitchFamily="2" charset="-127"/>
              </a:rPr>
              <a:t>선택편견</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자발적 참여자</a:t>
            </a:r>
          </a:p>
          <a:p>
            <a:pPr marL="1085850" lvl="2" indent="-171450">
              <a:lnSpc>
                <a:spcPct val="150000"/>
              </a:lnSpc>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시간적 순서</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err="1">
                <a:latin typeface="Pretendard" panose="02000503000000020004" pitchFamily="2" charset="-127"/>
                <a:ea typeface="Pretendard" panose="02000503000000020004" pitchFamily="2" charset="-127"/>
                <a:cs typeface="Pretendard" panose="02000503000000020004" pitchFamily="2" charset="-127"/>
              </a:rPr>
              <a:t>식이패턴과</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대사지표의 선후관계 불분명</a:t>
            </a:r>
          </a:p>
          <a:p>
            <a:pPr lvl="1">
              <a:lnSpc>
                <a:spcPct val="150000"/>
              </a:lnSpc>
              <a:buFont typeface="+mj-lt"/>
              <a:buAutoNum type="arabicPeriod"/>
            </a:pP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측정도구의 한계</a:t>
            </a:r>
          </a:p>
          <a:p>
            <a:pPr marL="1085850" lvl="2" indent="-171450">
              <a:lnSpc>
                <a:spcPct val="150000"/>
              </a:lnSpc>
            </a:pPr>
            <a:r>
              <a:rPr lang="en" altLang="ko-KR" sz="1200" dirty="0">
                <a:latin typeface="Pretendard" panose="02000503000000020004" pitchFamily="2" charset="-127"/>
                <a:ea typeface="Pretendard" panose="02000503000000020004" pitchFamily="2" charset="-127"/>
                <a:cs typeface="Pretendard" panose="02000503000000020004" pitchFamily="2" charset="-127"/>
              </a:rPr>
              <a:t>FFQ </a:t>
            </a:r>
            <a:r>
              <a:rPr lang="ko-KR" altLang="en-US" sz="1200" dirty="0" err="1">
                <a:latin typeface="Pretendard" panose="02000503000000020004" pitchFamily="2" charset="-127"/>
                <a:ea typeface="Pretendard" panose="02000503000000020004" pitchFamily="2" charset="-127"/>
                <a:cs typeface="Pretendard" panose="02000503000000020004" pitchFamily="2" charset="-127"/>
              </a:rPr>
              <a:t>회상편견</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과거 섭취 기억의 부정확성</a:t>
            </a:r>
          </a:p>
          <a:p>
            <a:pPr marL="1085850" lvl="2" indent="-171450">
              <a:lnSpc>
                <a:spcPct val="150000"/>
              </a:lnSpc>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폐쇄형 질문</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실제 섭취와의 차이</a:t>
            </a:r>
          </a:p>
          <a:p>
            <a:pPr marL="1085850" lvl="2" indent="-171450">
              <a:lnSpc>
                <a:spcPct val="150000"/>
              </a:lnSpc>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계절적 변동</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err="1">
                <a:latin typeface="Pretendard" panose="02000503000000020004" pitchFamily="2" charset="-127"/>
                <a:ea typeface="Pretendard" panose="02000503000000020004" pitchFamily="2" charset="-127"/>
                <a:cs typeface="Pretendard" panose="02000503000000020004" pitchFamily="2" charset="-127"/>
              </a:rPr>
              <a:t>미반영</a:t>
            </a:r>
            <a:endParaRPr lang="ko-KR" altLang="en-US" sz="1200" dirty="0">
              <a:latin typeface="Pretendard" panose="02000503000000020004" pitchFamily="2" charset="-127"/>
              <a:ea typeface="Pretendard" panose="02000503000000020004" pitchFamily="2" charset="-127"/>
              <a:cs typeface="Pretendard" panose="02000503000000020004" pitchFamily="2" charset="-127"/>
            </a:endParaRPr>
          </a:p>
          <a:p>
            <a:pPr lvl="1">
              <a:lnSpc>
                <a:spcPct val="150000"/>
              </a:lnSpc>
              <a:buFont typeface="+mj-lt"/>
              <a:buAutoNum type="arabicPeriod"/>
            </a:pP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분석의 한계</a:t>
            </a:r>
          </a:p>
          <a:p>
            <a:pPr marL="1085850" lvl="2" indent="-171450">
              <a:lnSpc>
                <a:spcPct val="150000"/>
              </a:lnSpc>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교란변수</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모든 잠재적 교란변수 통제 불완전</a:t>
            </a:r>
          </a:p>
          <a:p>
            <a:pPr marL="1085850" lvl="2" indent="-171450">
              <a:lnSpc>
                <a:spcPct val="150000"/>
              </a:lnSpc>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다중비교</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1</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종 오류 위험</a:t>
            </a:r>
          </a:p>
          <a:p>
            <a:pPr marL="1085850" lvl="2" indent="-171450">
              <a:lnSpc>
                <a:spcPct val="150000"/>
              </a:lnSpc>
            </a:pPr>
            <a:r>
              <a:rPr lang="ko-KR" altLang="en-US" sz="1200" dirty="0" err="1">
                <a:latin typeface="Pretendard" panose="02000503000000020004" pitchFamily="2" charset="-127"/>
                <a:ea typeface="Pretendard" panose="02000503000000020004" pitchFamily="2" charset="-127"/>
                <a:cs typeface="Pretendard" panose="02000503000000020004" pitchFamily="2" charset="-127"/>
              </a:rPr>
              <a:t>검정력</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err="1">
                <a:latin typeface="Pretendard" panose="02000503000000020004" pitchFamily="2" charset="-127"/>
                <a:ea typeface="Pretendard" panose="02000503000000020004" pitchFamily="2" charset="-127"/>
                <a:cs typeface="Pretendard" panose="02000503000000020004" pitchFamily="2" charset="-127"/>
              </a:rPr>
              <a:t>하위군</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 분석 제한</a:t>
            </a:r>
          </a:p>
          <a:p>
            <a:pPr lvl="1">
              <a:lnSpc>
                <a:spcPct val="150000"/>
              </a:lnSpc>
              <a:buFont typeface="+mj-lt"/>
              <a:buAutoNum type="arabicPeriod"/>
            </a:pP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일반화의 한계</a:t>
            </a:r>
          </a:p>
          <a:p>
            <a:pPr marL="1085850" lvl="2" indent="-171450">
              <a:lnSpc>
                <a:spcPct val="150000"/>
              </a:lnSpc>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지역 제한</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이란 특정 지역</a:t>
            </a:r>
          </a:p>
          <a:p>
            <a:pPr marL="1085850" lvl="2" indent="-171450">
              <a:lnSpc>
                <a:spcPct val="150000"/>
              </a:lnSpc>
            </a:pPr>
            <a:r>
              <a:rPr lang="ko-KR" altLang="en-US" sz="1200" dirty="0">
                <a:latin typeface="Pretendard" panose="02000503000000020004" pitchFamily="2" charset="-127"/>
                <a:ea typeface="Pretendard" panose="02000503000000020004" pitchFamily="2" charset="-127"/>
                <a:cs typeface="Pretendard" panose="02000503000000020004" pitchFamily="2" charset="-127"/>
              </a:rPr>
              <a:t>연령 제한</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20-50</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세</a:t>
            </a:r>
          </a:p>
          <a:p>
            <a:pPr marL="1085850" lvl="2" indent="-171450">
              <a:lnSpc>
                <a:spcPct val="150000"/>
              </a:lnSpc>
            </a:pPr>
            <a:r>
              <a:rPr lang="en" altLang="ko-KR" sz="1200" dirty="0">
                <a:latin typeface="Pretendard" panose="02000503000000020004" pitchFamily="2" charset="-127"/>
                <a:ea typeface="Pretendard" panose="02000503000000020004" pitchFamily="2" charset="-127"/>
                <a:cs typeface="Pretendard" panose="02000503000000020004" pitchFamily="2" charset="-127"/>
              </a:rPr>
              <a:t>BMI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제한</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과체중</a:t>
            </a:r>
            <a:r>
              <a:rPr lang="en-US" altLang="ko-KR" sz="1200" dirty="0">
                <a:latin typeface="Pretendard" panose="02000503000000020004" pitchFamily="2" charset="-127"/>
                <a:ea typeface="Pretendard" panose="02000503000000020004" pitchFamily="2" charset="-127"/>
                <a:cs typeface="Pretendard" panose="02000503000000020004" pitchFamily="2" charset="-127"/>
              </a:rPr>
              <a:t>/</a:t>
            </a:r>
            <a:r>
              <a:rPr lang="ko-KR" altLang="en-US" sz="1200" dirty="0">
                <a:latin typeface="Pretendard" panose="02000503000000020004" pitchFamily="2" charset="-127"/>
                <a:ea typeface="Pretendard" panose="02000503000000020004" pitchFamily="2" charset="-127"/>
                <a:cs typeface="Pretendard" panose="02000503000000020004" pitchFamily="2" charset="-127"/>
              </a:rPr>
              <a:t>비만자만</a:t>
            </a:r>
          </a:p>
          <a:p>
            <a:pPr>
              <a:lnSpc>
                <a:spcPct val="150000"/>
              </a:lnSpc>
              <a:spcBef>
                <a:spcPts val="0"/>
              </a:spcBef>
            </a:pPr>
            <a:endParaRPr lang="ko-KR" altLang="en-US" sz="1600" b="1" dirty="0">
              <a:latin typeface="Pretendard" panose="02000503000000020004" pitchFamily="2" charset="-127"/>
              <a:ea typeface="Pretendard" panose="02000503000000020004" pitchFamily="2" charset="-127"/>
              <a:cs typeface="Pretendard" panose="02000503000000020004" pitchFamily="2" charset="-127"/>
            </a:endParaRPr>
          </a:p>
        </p:txBody>
      </p:sp>
    </p:spTree>
    <p:extLst>
      <p:ext uri="{BB962C8B-B14F-4D97-AF65-F5344CB8AC3E}">
        <p14:creationId xmlns:p14="http://schemas.microsoft.com/office/powerpoint/2010/main" val="1561257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3757</TotalTime>
  <Words>1550</Words>
  <Application>Microsoft Macintosh PowerPoint</Application>
  <PresentationFormat>와이드스크린</PresentationFormat>
  <Paragraphs>212</Paragraphs>
  <Slides>11</Slides>
  <Notes>10</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11</vt:i4>
      </vt:variant>
    </vt:vector>
  </HeadingPairs>
  <TitlesOfParts>
    <vt:vector size="20" baseType="lpstr">
      <vt:lpstr>나눔스퀘어 Bold</vt:lpstr>
      <vt:lpstr>나눔스퀘어 ExtraBold</vt:lpstr>
      <vt:lpstr>G마켓 산스 Medium</vt:lpstr>
      <vt:lpstr>맑은 고딕</vt:lpstr>
      <vt:lpstr>Pretendard Black</vt:lpstr>
      <vt:lpstr>나눔스퀘어</vt:lpstr>
      <vt:lpstr>Pretendard</vt:lpstr>
      <vt:lpstr>Arial</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황희정</dc:creator>
  <cp:lastModifiedBy>희정 황</cp:lastModifiedBy>
  <cp:revision>47</cp:revision>
  <dcterms:created xsi:type="dcterms:W3CDTF">2023-09-20T10:10:36Z</dcterms:created>
  <dcterms:modified xsi:type="dcterms:W3CDTF">2025-09-25T04:38:57Z</dcterms:modified>
</cp:coreProperties>
</file>