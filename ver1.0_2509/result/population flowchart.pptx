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CA6596-E0F2-1241-A33D-9462B2F8B84C}" v="1" dt="2025-10-05T08:48:57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2"/>
    <p:restoredTop sz="94651"/>
  </p:normalViewPr>
  <p:slideViewPr>
    <p:cSldViewPr snapToGrid="0">
      <p:cViewPr>
        <p:scale>
          <a:sx n="83" d="100"/>
          <a:sy n="83" d="100"/>
        </p:scale>
        <p:origin x="840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황희정 서울대_" userId="85a689e334301df8" providerId="LiveId" clId="{DB26F11F-283F-0A40-B859-FD1C84CD5AFE}"/>
    <pc:docChg chg="undo custSel modSld">
      <pc:chgData name="황희정 서울대_" userId="85a689e334301df8" providerId="LiveId" clId="{DB26F11F-283F-0A40-B859-FD1C84CD5AFE}" dt="2025-07-11T03:13:42.022" v="6" actId="21"/>
      <pc:docMkLst>
        <pc:docMk/>
      </pc:docMkLst>
      <pc:sldChg chg="addSp delSp modSp mod">
        <pc:chgData name="황희정 서울대_" userId="85a689e334301df8" providerId="LiveId" clId="{DB26F11F-283F-0A40-B859-FD1C84CD5AFE}" dt="2025-07-11T03:13:42.022" v="6" actId="21"/>
        <pc:sldMkLst>
          <pc:docMk/>
          <pc:sldMk cId="3379159851" sldId="256"/>
        </pc:sldMkLst>
      </pc:sldChg>
    </pc:docChg>
  </pc:docChgLst>
  <pc:docChgLst>
    <pc:chgData name="희정 황" userId="85a689e334301df8" providerId="LiveId" clId="{40808AB2-445C-5810-9183-34EE3EAB62F2}"/>
    <pc:docChg chg="modSld">
      <pc:chgData name="희정 황" userId="85a689e334301df8" providerId="LiveId" clId="{40808AB2-445C-5810-9183-34EE3EAB62F2}" dt="2025-10-05T08:49:01.536" v="2" actId="14100"/>
      <pc:docMkLst>
        <pc:docMk/>
      </pc:docMkLst>
      <pc:sldChg chg="addSp modSp mod">
        <pc:chgData name="희정 황" userId="85a689e334301df8" providerId="LiveId" clId="{40808AB2-445C-5810-9183-34EE3EAB62F2}" dt="2025-10-05T08:49:01.536" v="2" actId="14100"/>
        <pc:sldMkLst>
          <pc:docMk/>
          <pc:sldMk cId="3379159851" sldId="256"/>
        </pc:sldMkLst>
        <pc:spChg chg="add 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3" creationId="{6685D757-47AF-608D-9661-1FCE652C5161}"/>
          </ac:spMkLst>
        </pc:spChg>
        <pc:spChg chg="add 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5" creationId="{F0BC5214-2E64-BDDA-610F-6D114886C188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8" creationId="{3B47932C-F28F-45D9-47B3-8554F9808BF6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9" creationId="{144E683F-EB2F-896B-0834-7930375247AC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10" creationId="{017E375D-06FC-643A-C8DE-A6F754D30B42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12" creationId="{7A7E815A-FE87-7552-7651-E3AA58F495AA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26" creationId="{E8DB7CC2-2897-49A8-BB5A-E6B22CAD18AD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31" creationId="{E40B42A1-50C2-4BDB-AE9E-A643A1BBF36B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34" creationId="{FE7A3749-DD23-404E-BC4F-2940EC1D99F6}"/>
          </ac:spMkLst>
        </pc:spChg>
        <pc:spChg chg="mod">
          <ac:chgData name="희정 황" userId="85a689e334301df8" providerId="LiveId" clId="{40808AB2-445C-5810-9183-34EE3EAB62F2}" dt="2025-10-05T08:48:57.626" v="1" actId="571"/>
          <ac:spMkLst>
            <pc:docMk/>
            <pc:sldMk cId="3379159851" sldId="256"/>
            <ac:spMk id="38" creationId="{D017A4AA-B64B-4F74-A2E6-BB142656DD7C}"/>
          </ac:spMkLst>
        </pc:spChg>
        <pc:grpChg chg="mod">
          <ac:chgData name="희정 황" userId="85a689e334301df8" providerId="LiveId" clId="{40808AB2-445C-5810-9183-34EE3EAB62F2}" dt="2025-10-05T08:48:47.156" v="0" actId="1076"/>
          <ac:grpSpMkLst>
            <pc:docMk/>
            <pc:sldMk cId="3379159851" sldId="256"/>
            <ac:grpSpMk id="2" creationId="{ADF61DAC-7BD5-4296-8E65-9DF1D2062169}"/>
          </ac:grpSpMkLst>
        </pc:grpChg>
        <pc:cxnChg chg="mod">
          <ac:chgData name="희정 황" userId="85a689e334301df8" providerId="LiveId" clId="{40808AB2-445C-5810-9183-34EE3EAB62F2}" dt="2025-10-05T08:49:01.536" v="2" actId="14100"/>
          <ac:cxnSpMkLst>
            <pc:docMk/>
            <pc:sldMk cId="3379159851" sldId="256"/>
            <ac:cxnSpMk id="6" creationId="{61D26E03-35E6-CC0F-0F3B-AF6B2191F5B0}"/>
          </ac:cxnSpMkLst>
        </pc:cxnChg>
      </pc:sldChg>
    </pc:docChg>
  </pc:docChgLst>
  <pc:docChgLst>
    <pc:chgData name="희정 황" userId="85a689e334301df8" providerId="LiveId" clId="{B079C182-05B2-BC4B-B390-6CF389B0C685}"/>
    <pc:docChg chg="undo custSel modSld">
      <pc:chgData name="희정 황" userId="85a689e334301df8" providerId="LiveId" clId="{B079C182-05B2-BC4B-B390-6CF389B0C685}" dt="2025-09-10T01:50:20.710" v="3" actId="21"/>
      <pc:docMkLst>
        <pc:docMk/>
      </pc:docMkLst>
      <pc:sldChg chg="addSp delSp modSp mod">
        <pc:chgData name="희정 황" userId="85a689e334301df8" providerId="LiveId" clId="{B079C182-05B2-BC4B-B390-6CF389B0C685}" dt="2025-09-10T01:50:20.710" v="3" actId="21"/>
        <pc:sldMkLst>
          <pc:docMk/>
          <pc:sldMk cId="3379159851" sldId="256"/>
        </pc:sldMkLst>
        <pc:grpChg chg="mod">
          <ac:chgData name="희정 황" userId="85a689e334301df8" providerId="LiveId" clId="{B079C182-05B2-BC4B-B390-6CF389B0C685}" dt="2025-09-10T01:50:02.329" v="1" actId="1076"/>
          <ac:grpSpMkLst>
            <pc:docMk/>
            <pc:sldMk cId="3379159851" sldId="256"/>
            <ac:grpSpMk id="2" creationId="{ADF61DAC-7BD5-4296-8E65-9DF1D2062169}"/>
          </ac:grpSpMkLst>
        </pc:grpChg>
      </pc:sldChg>
    </pc:docChg>
  </pc:docChgLst>
  <pc:docChgLst>
    <pc:chgData userId="85a689e334301df8" providerId="LiveId" clId="{CB95FAE5-76BA-4115-8A9B-180D4FF372D4}"/>
    <pc:docChg chg="undo modSld">
      <pc:chgData name="" userId="85a689e334301df8" providerId="LiveId" clId="{CB95FAE5-76BA-4115-8A9B-180D4FF372D4}" dt="2025-08-12T03:39:55.244" v="164" actId="20577"/>
      <pc:docMkLst>
        <pc:docMk/>
      </pc:docMkLst>
      <pc:sldChg chg="addSp delSp modSp">
        <pc:chgData name="" userId="85a689e334301df8" providerId="LiveId" clId="{CB95FAE5-76BA-4115-8A9B-180D4FF372D4}" dt="2025-08-12T03:39:55.244" v="164" actId="20577"/>
        <pc:sldMkLst>
          <pc:docMk/>
          <pc:sldMk cId="3379159851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4F15A-20B5-26B0-29AE-5A92C35DC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913155-21D3-E1A1-50C0-1D5D387E2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FED4BA-AC63-5E3E-0214-D5E726131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2025. 10. 5.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7C7FB9-7D16-314E-0002-848B2B80D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E7108F-D65C-8B51-BA60-9F68E29C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43696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430CC-9654-8E24-7C98-AB2A59278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BEE6C5-A3FA-A13B-15D6-664F3D60D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4CF317-06FB-F677-A602-AA754A9A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2025. 10. 5.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A0FFD2-8EC5-45EB-810A-CFAE45A6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1CD3EA-E9D9-924D-3857-887E890A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642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698D4-B5A3-5C0A-1D62-54726D525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3D9E43-8C0B-1D94-9E68-C62516071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569FAD-3B51-986B-ADD4-AF25C3B33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2025. 10. 5.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E83B4C-B9C4-EA89-C62C-AAF079D1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61E6B9-BD96-1A49-392E-0E37957D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548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3E702-F481-102D-C56F-08A5006F0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2B5B16-6E6F-A406-1F67-E41AB9231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19B013-A527-314A-4F03-3C6CCDB19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60EC3B-1DCE-A6B1-E705-6CDAE3054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2025. 10. 5.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37F487-7A8C-F327-E560-AC758B1F6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7300C5-A61D-9712-2537-6C301CCC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0619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F9801-99D9-7A45-EF47-55F3C629B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6E3CD7-0BB9-63C4-ED63-39A7F8864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799538-863B-67C4-7C52-B7DAED5D8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876A6F-C646-CFE8-ADAA-72A3378C4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77A998-C45F-4318-217F-87E597E84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3A3074-A557-B72F-DCE7-470B555F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2025. 10. 5.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FEB8518-7FAB-956F-1E1D-C88FF279A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16B367-1FB2-B168-6A1F-3F28A57C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77221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9DCA9-D9B6-7391-43EB-1DF33F03B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461B35-2165-38BC-5706-2A6C2334B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2025. 10. 5.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D20909-B521-6514-1F89-677B90C39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A1E017-2CC9-00F6-E4EC-52CA76406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476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572B06-AF99-E3CB-1C31-5744E2DB0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2025. 10. 5.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1BF0F39-B36F-985D-B7E9-DF93DDE65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498B7E-9DCA-A261-D0C4-D46CE898B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1588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4D644-BDEA-27A1-0A1B-CAC94043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C3C8A5-2844-29CC-0C3E-008F7E0F5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0EE099-4FD1-4403-79F6-BD1FE97F1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4A627D-C8FE-C270-B589-F6C019B04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2025. 10. 5.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B23C2B-20D6-79A0-9288-6D618C82C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EEE315-A123-942C-4C29-56BA68A8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6493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39269-FCA6-D34E-9263-0FCFF4273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D6B5652-F519-0B5F-25D0-5C85EAA6E4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B2C38E-3BBE-FEC8-369B-A79C3A8B9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D9A5C1-1EF3-0ECD-9C68-EAFC72B5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2025. 10. 5.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84C03D-414C-CB3F-3E81-54FB68A9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37F7E6-47F2-8C8E-18A7-A3B1029F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8734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441C0-D335-557B-C65F-F7781368F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A8BEEE-4309-E37C-5A10-333B205B7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4334BB-99C7-BD53-7E5E-E0C8EF964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2025. 10. 5.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A79B6-A9A4-5EF5-9641-0AB5FDFFA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87AF9A-E939-FC7D-70C2-E65E6300F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89130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2417BD-6130-A769-B4A0-2B9771FA1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4EB80A-8FC7-A74E-9BC7-F845D2873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00C9D-0620-677C-AB7A-7606CF09C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F20A7-9C2B-044A-BEB4-58D0C860C054}" type="datetimeFigureOut">
              <a:rPr kumimoji="1" lang="ko-KR" altLang="en-US" smtClean="0"/>
              <a:t>2025. 10. 5.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94454C-8ED0-8BFB-0B6E-E287B24A4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69F2B6-086D-52C0-0B78-C6AE80ABA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4086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B2B31E-3FEF-7E78-1049-9B59719A7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E0919C-36CA-E8D2-A941-4CC9C513F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B91FD2-4F13-41AD-B020-E9A494926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F20A7-9C2B-044A-BEB4-58D0C860C054}" type="datetimeFigureOut">
              <a:rPr kumimoji="1" lang="ko-KR" altLang="en-US" smtClean="0"/>
              <a:t>2025. 10. 5.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9B0C46-2FA8-F489-B475-22BEDB381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4D349A-8923-A564-FC15-C22DE30D6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DB791-86DE-A24B-958D-343F43E25CB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1812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DF61DAC-7BD5-4296-8E65-9DF1D2062169}"/>
              </a:ext>
            </a:extLst>
          </p:cNvPr>
          <p:cNvGrpSpPr/>
          <p:nvPr/>
        </p:nvGrpSpPr>
        <p:grpSpPr>
          <a:xfrm>
            <a:off x="103643" y="-2774643"/>
            <a:ext cx="11984714" cy="9899603"/>
            <a:chOff x="1223683" y="242047"/>
            <a:chExt cx="9266120" cy="989960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6A45F3C-0FD1-F5EB-B039-B0AE41C8426B}"/>
                </a:ext>
              </a:extLst>
            </p:cNvPr>
            <p:cNvSpPr/>
            <p:nvPr/>
          </p:nvSpPr>
          <p:spPr>
            <a:xfrm>
              <a:off x="1223683" y="242047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H-PEACE </a:t>
              </a:r>
            </a:p>
            <a:p>
              <a:pPr algn="ctr"/>
              <a:r>
                <a:rPr kumimoji="1" lang="en-US" altLang="ko-K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(Seoul National University Hospital Gangnam Center)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B47932C-F28F-45D9-47B3-8554F9808BF6}"/>
                </a:ext>
              </a:extLst>
            </p:cNvPr>
            <p:cNvSpPr/>
            <p:nvPr/>
          </p:nvSpPr>
          <p:spPr>
            <a:xfrm>
              <a:off x="1223683" y="1182992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January 2, 2015 – May 31, 2023</a:t>
              </a:r>
            </a:p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111,985)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44E683F-EB2F-896B-0834-7930375247AC}"/>
                </a:ext>
              </a:extLst>
            </p:cNvPr>
            <p:cNvSpPr/>
            <p:nvPr/>
          </p:nvSpPr>
          <p:spPr>
            <a:xfrm>
              <a:off x="1223683" y="2227484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Participants with complete dietary data</a:t>
              </a:r>
            </a:p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78,027)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17E375D-06FC-643A-C8DE-A6F754D30B42}"/>
                </a:ext>
              </a:extLst>
            </p:cNvPr>
            <p:cNvSpPr/>
            <p:nvPr/>
          </p:nvSpPr>
          <p:spPr>
            <a:xfrm>
              <a:off x="6502799" y="1705237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Missing dietary variables</a:t>
              </a:r>
            </a:p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33,958)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5614C2A-94A1-E07D-F9D0-95C31C929EF5}"/>
                </a:ext>
              </a:extLst>
            </p:cNvPr>
            <p:cNvSpPr/>
            <p:nvPr/>
          </p:nvSpPr>
          <p:spPr>
            <a:xfrm>
              <a:off x="1223683" y="3271976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Participants with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complete health </a:t>
              </a:r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disease data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60,504)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A7E815A-FE87-7552-7651-E3AA58F495AA}"/>
                </a:ext>
              </a:extLst>
            </p:cNvPr>
            <p:cNvSpPr/>
            <p:nvPr/>
          </p:nvSpPr>
          <p:spPr>
            <a:xfrm>
              <a:off x="6502799" y="2749729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Missing health indicators,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disease status 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17,523)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42A3951-BF8D-BBD0-84E6-ABD1F84261DB}"/>
                </a:ext>
              </a:extLst>
            </p:cNvPr>
            <p:cNvSpPr/>
            <p:nvPr/>
          </p:nvSpPr>
          <p:spPr>
            <a:xfrm>
              <a:off x="1223683" y="4316467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Participants with complete activity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37,319)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CE8023C-D8A0-8ECD-C1FA-5E4B4E8ECBCF}"/>
                </a:ext>
              </a:extLst>
            </p:cNvPr>
            <p:cNvSpPr/>
            <p:nvPr/>
          </p:nvSpPr>
          <p:spPr>
            <a:xfrm>
              <a:off x="6502799" y="3794221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Missing activity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23,185)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4C3450ED-8015-C69F-291C-A31953096ADF}"/>
                </a:ext>
              </a:extLst>
            </p:cNvPr>
            <p:cNvCxnSpPr>
              <a:cxnSpLocks/>
              <a:stCxn id="4" idx="2"/>
              <a:endCxn id="8" idx="0"/>
            </p:cNvCxnSpPr>
            <p:nvPr/>
          </p:nvCxnSpPr>
          <p:spPr>
            <a:xfrm>
              <a:off x="3695700" y="863340"/>
              <a:ext cx="0" cy="3196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B93BCBA6-EAB2-48FD-87CF-FA3EC1F4847F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>
              <a:off x="3695700" y="1804285"/>
              <a:ext cx="0" cy="4231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165F030D-DDE4-98C6-963C-F9741F9A1E52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3695700" y="2848777"/>
              <a:ext cx="0" cy="4231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28E970CC-2E90-E68E-F7C7-6856BB4B0919}"/>
                </a:ext>
              </a:extLst>
            </p:cNvPr>
            <p:cNvCxnSpPr>
              <a:cxnSpLocks/>
              <a:stCxn id="11" idx="2"/>
              <a:endCxn id="14" idx="0"/>
            </p:cNvCxnSpPr>
            <p:nvPr/>
          </p:nvCxnSpPr>
          <p:spPr>
            <a:xfrm>
              <a:off x="3695700" y="3893269"/>
              <a:ext cx="0" cy="4231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F0FA505D-BE71-67FD-29C2-53DC2E8C5339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3060376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D2721FC2-E271-FB32-CCB8-ABF6332A0763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2015884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A009B955-65EB-EEC7-6CE1-D5554D56C4C7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4104868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6E75F75-A202-48C5-B701-209EA856E9F2}"/>
                </a:ext>
              </a:extLst>
            </p:cNvPr>
            <p:cNvSpPr/>
            <p:nvPr/>
          </p:nvSpPr>
          <p:spPr>
            <a:xfrm>
              <a:off x="1223683" y="5360957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Participants with complete drinking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37,277)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7DE8538-94DE-47AB-A8C4-D925FFFAE462}"/>
                </a:ext>
              </a:extLst>
            </p:cNvPr>
            <p:cNvSpPr/>
            <p:nvPr/>
          </p:nvSpPr>
          <p:spPr>
            <a:xfrm>
              <a:off x="6502799" y="4838711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Missing drinking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42)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9CD2524-3A00-4C21-98F4-71CBE3632A4D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>
              <a:off x="3695700" y="4937759"/>
              <a:ext cx="0" cy="4231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EAFF1823-6A64-4EE8-939B-0381F910C52F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5149358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8DB7CC2-2897-49A8-BB5A-E6B22CAD18AD}"/>
                </a:ext>
              </a:extLst>
            </p:cNvPr>
            <p:cNvSpPr/>
            <p:nvPr/>
          </p:nvSpPr>
          <p:spPr>
            <a:xfrm>
              <a:off x="1223683" y="6405447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Participants with complete smoking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37,226)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BF042CF-CF67-4469-84C9-73FC0680B10E}"/>
                </a:ext>
              </a:extLst>
            </p:cNvPr>
            <p:cNvSpPr/>
            <p:nvPr/>
          </p:nvSpPr>
          <p:spPr>
            <a:xfrm>
              <a:off x="6502799" y="5883201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Missing smoking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51)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2ED985CB-26C2-40B8-A975-A4CD5FCACA19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95700" y="5982249"/>
              <a:ext cx="0" cy="4231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87E5D95D-2D14-45CF-9BD2-95FD06CF8B49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6193848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40B42A1-50C2-4BDB-AE9E-A643A1BBF36B}"/>
                </a:ext>
              </a:extLst>
            </p:cNvPr>
            <p:cNvSpPr/>
            <p:nvPr/>
          </p:nvSpPr>
          <p:spPr>
            <a:xfrm>
              <a:off x="1223683" y="7449937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Participants with complete socioeconomic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</a:t>
              </a:r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27,910)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FE7A3749-DD23-404E-BC4F-2940EC1D99F6}"/>
                </a:ext>
              </a:extLst>
            </p:cNvPr>
            <p:cNvSpPr/>
            <p:nvPr/>
          </p:nvSpPr>
          <p:spPr>
            <a:xfrm>
              <a:off x="6502799" y="6927691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Missing socioeconomic data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9,316)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72ECD75D-A20C-4824-A16D-E31B3B8F5FBA}"/>
                </a:ext>
              </a:extLst>
            </p:cNvPr>
            <p:cNvCxnSpPr>
              <a:cxnSpLocks/>
              <a:endCxn id="31" idx="0"/>
            </p:cNvCxnSpPr>
            <p:nvPr/>
          </p:nvCxnSpPr>
          <p:spPr>
            <a:xfrm>
              <a:off x="3695700" y="7026739"/>
              <a:ext cx="0" cy="4231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3A6490EE-92DB-4C61-80D9-C6FA6DA0AC9D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7238338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F5125F8-5E40-4723-B4D2-0BD449802E83}"/>
                </a:ext>
              </a:extLst>
            </p:cNvPr>
            <p:cNvSpPr/>
            <p:nvPr/>
          </p:nvSpPr>
          <p:spPr>
            <a:xfrm>
              <a:off x="1223683" y="8494426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Final study population</a:t>
              </a:r>
            </a:p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23,040)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D017A4AA-B64B-4F74-A2E6-BB142656DD7C}"/>
                </a:ext>
              </a:extLst>
            </p:cNvPr>
            <p:cNvSpPr/>
            <p:nvPr/>
          </p:nvSpPr>
          <p:spPr>
            <a:xfrm>
              <a:off x="6502799" y="7972180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Duplicate participants only most recent visit retained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4,870)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85CE4471-C47E-48E4-9D36-F3BCBAA006A1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3695700" y="8071228"/>
              <a:ext cx="0" cy="4231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A79B5CA1-FC33-40F4-9FBC-6451FC56C874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8282827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685D757-47AF-608D-9661-1FCE652C5161}"/>
                </a:ext>
              </a:extLst>
            </p:cNvPr>
            <p:cNvSpPr/>
            <p:nvPr/>
          </p:nvSpPr>
          <p:spPr>
            <a:xfrm>
              <a:off x="1223683" y="9520357"/>
              <a:ext cx="494403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Final study population</a:t>
              </a:r>
            </a:p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23,040)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0BC5214-2E64-BDDA-610F-6D114886C188}"/>
                </a:ext>
              </a:extLst>
            </p:cNvPr>
            <p:cNvSpPr/>
            <p:nvPr/>
          </p:nvSpPr>
          <p:spPr>
            <a:xfrm>
              <a:off x="6502799" y="8998111"/>
              <a:ext cx="3987004" cy="6212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Duplicate participants only most recent visit retained</a:t>
              </a:r>
            </a:p>
            <a:p>
              <a:pPr algn="ctr"/>
              <a:r>
                <a:rPr kumimoji="1" lang="en-US" altLang="ko-KR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(N = 4,870)</a:t>
              </a:r>
              <a:endParaRPr kumimoji="1" lang="en-US" altLang="ko-K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61D26E03-35E6-CC0F-0F3B-AF6B2191F5B0}"/>
                </a:ext>
              </a:extLst>
            </p:cNvPr>
            <p:cNvCxnSpPr>
              <a:cxnSpLocks/>
              <a:stCxn id="37" idx="2"/>
              <a:endCxn id="3" idx="0"/>
            </p:cNvCxnSpPr>
            <p:nvPr/>
          </p:nvCxnSpPr>
          <p:spPr>
            <a:xfrm>
              <a:off x="3695700" y="9115719"/>
              <a:ext cx="0" cy="4046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7DB62349-9991-245A-EDF7-07D3D2F3CEF1}"/>
                </a:ext>
              </a:extLst>
            </p:cNvPr>
            <p:cNvCxnSpPr>
              <a:cxnSpLocks/>
            </p:cNvCxnSpPr>
            <p:nvPr/>
          </p:nvCxnSpPr>
          <p:spPr>
            <a:xfrm>
              <a:off x="3695700" y="9308758"/>
              <a:ext cx="2808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9159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176</Words>
  <Application>Microsoft Macintosh PowerPoint</Application>
  <PresentationFormat>와이드스크린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황희정 서울대_</dc:creator>
  <cp:lastModifiedBy>희정 황</cp:lastModifiedBy>
  <cp:revision>1</cp:revision>
  <dcterms:created xsi:type="dcterms:W3CDTF">2025-06-17T12:01:03Z</dcterms:created>
  <dcterms:modified xsi:type="dcterms:W3CDTF">2025-10-05T08:49:07Z</dcterms:modified>
</cp:coreProperties>
</file>